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diagrams/colors1.xml" ContentType="application/vnd.openxmlformats-officedocument.drawingml.diagramColors+xml"/>
  <Override PartName="/ppt/diagrams/data1.xml" ContentType="application/vnd.openxmlformats-officedocument.drawingml.diagramData+xml"/>
  <Override PartName="/ppt/diagrams/drawing1.xml" ContentType="application/vnd.ms-office.drawingml.diagramDrawing+xml"/>
  <Override PartName="/ppt/diagrams/layout1.xml" ContentType="application/vnd.openxmlformats-officedocument.drawingml.diagramLayout+xml"/>
  <Override PartName="/ppt/diagrams/quickStyle1.xml" ContentType="application/vnd.openxmlformats-officedocument.drawingml.diagramStyl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9D9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6666E6-1DA7-420B-959A-92ADB5088390}" v="37" dt="2026-06-16T09:21:14.6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p:cViewPr varScale="1">
        <p:scale>
          <a:sx n="87" d="100"/>
          <a:sy n="87" d="100"/>
        </p:scale>
        <p:origin x="39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 Id="rId28" Type="http://schemas.microsoft.com/office/2016/11/relationships/changesInfo" Target="changesInfos/changesInfo1.xml"/><Relationship Id="rId29"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rge Eduardo Montoya Hernández" userId="6d18b7bbdbb59467" providerId="LiveId" clId="{C803E845-D1D4-49D8-96C5-ADF6696E9E03}"/>
    <pc:docChg chg="undo redo custSel addSld delSld modSld">
      <pc:chgData name="Jorge Eduardo Montoya Hernández" userId="6d18b7bbdbb59467" providerId="LiveId" clId="{C803E845-D1D4-49D8-96C5-ADF6696E9E03}" dt="2026-06-24T06:56:16.010" v="1698" actId="47"/>
      <pc:docMkLst>
        <pc:docMk/>
      </pc:docMkLst>
      <pc:sldChg chg="addSp delSp modSp mod">
        <pc:chgData name="Jorge Eduardo Montoya Hernández" userId="6d18b7bbdbb59467" providerId="LiveId" clId="{C803E845-D1D4-49D8-96C5-ADF6696E9E03}" dt="2026-06-16T09:21:53.586" v="1697" actId="1038"/>
        <pc:sldMkLst>
          <pc:docMk/>
          <pc:sldMk cId="0" sldId="257"/>
        </pc:sldMkLst>
        <pc:spChg chg="add mod">
          <ac:chgData name="Jorge Eduardo Montoya Hernández" userId="6d18b7bbdbb59467" providerId="LiveId" clId="{C803E845-D1D4-49D8-96C5-ADF6696E9E03}" dt="2026-06-16T09:07:52.538" v="1412" actId="1038"/>
          <ac:spMkLst>
            <pc:docMk/>
            <pc:sldMk cId="0" sldId="257"/>
            <ac:spMk id="3" creationId="{F234BE4C-8D56-31C1-46DC-B2F90B646E2E}"/>
          </ac:spMkLst>
        </pc:spChg>
        <pc:graphicFrameChg chg="add mod">
          <ac:chgData name="Jorge Eduardo Montoya Hernández" userId="6d18b7bbdbb59467" providerId="LiveId" clId="{C803E845-D1D4-49D8-96C5-ADF6696E9E03}" dt="2026-06-16T09:21:53.586" v="1697" actId="1038"/>
          <ac:graphicFrameMkLst>
            <pc:docMk/>
            <pc:sldMk cId="0" sldId="257"/>
            <ac:graphicFrameMk id="4" creationId="{254D302F-7699-8A7E-E059-DE6B97F9F11E}"/>
          </ac:graphicFrameMkLst>
        </pc:graphicFrameChg>
      </pc:sldChg>
      <pc:sldChg chg="addSp modSp">
        <pc:chgData name="Jorge Eduardo Montoya Hernández" userId="6d18b7bbdbb59467" providerId="LiveId" clId="{C803E845-D1D4-49D8-96C5-ADF6696E9E03}" dt="2026-06-16T09:08:02.401" v="1413"/>
        <pc:sldMkLst>
          <pc:docMk/>
          <pc:sldMk cId="0" sldId="258"/>
        </pc:sldMkLst>
        <pc:spChg chg="add mod">
          <ac:chgData name="Jorge Eduardo Montoya Hernández" userId="6d18b7bbdbb59467" providerId="LiveId" clId="{C803E845-D1D4-49D8-96C5-ADF6696E9E03}" dt="2026-06-16T09:08:02.401" v="1413"/>
          <ac:spMkLst>
            <pc:docMk/>
            <pc:sldMk cId="0" sldId="258"/>
            <ac:spMk id="2" creationId="{D01DB5DC-82B2-D39E-CE80-57DD1D48D2A9}"/>
          </ac:spMkLst>
        </pc:spChg>
      </pc:sldChg>
      <pc:sldChg chg="addSp delSp modSp mod">
        <pc:chgData name="Jorge Eduardo Montoya Hernández" userId="6d18b7bbdbb59467" providerId="LiveId" clId="{C803E845-D1D4-49D8-96C5-ADF6696E9E03}" dt="2026-06-16T09:08:09.181" v="1415"/>
        <pc:sldMkLst>
          <pc:docMk/>
          <pc:sldMk cId="0" sldId="259"/>
        </pc:sldMkLst>
        <pc:spChg chg="add mod">
          <ac:chgData name="Jorge Eduardo Montoya Hernández" userId="6d18b7bbdbb59467" providerId="LiveId" clId="{C803E845-D1D4-49D8-96C5-ADF6696E9E03}" dt="2026-06-16T09:08:09.181" v="1415"/>
          <ac:spMkLst>
            <pc:docMk/>
            <pc:sldMk cId="0" sldId="259"/>
            <ac:spMk id="2" creationId="{E0E3182B-CD92-9B72-8C6D-F1D9BAF21222}"/>
          </ac:spMkLst>
        </pc:spChg>
      </pc:sldChg>
      <pc:sldChg chg="addSp modSp mod">
        <pc:chgData name="Jorge Eduardo Montoya Hernández" userId="6d18b7bbdbb59467" providerId="LiveId" clId="{C803E845-D1D4-49D8-96C5-ADF6696E9E03}" dt="2026-06-16T09:09:12.751" v="1485" actId="1035"/>
        <pc:sldMkLst>
          <pc:docMk/>
          <pc:sldMk cId="0" sldId="260"/>
        </pc:sldMkLst>
        <pc:spChg chg="add mod">
          <ac:chgData name="Jorge Eduardo Montoya Hernández" userId="6d18b7bbdbb59467" providerId="LiveId" clId="{C803E845-D1D4-49D8-96C5-ADF6696E9E03}" dt="2026-06-16T09:08:21.021" v="1426"/>
          <ac:spMkLst>
            <pc:docMk/>
            <pc:sldMk cId="0" sldId="260"/>
            <ac:spMk id="3" creationId="{2D695641-B2E0-7D01-CF64-FEA141132EC3}"/>
          </ac:spMkLst>
        </pc:spChg>
        <pc:spChg chg="mod">
          <ac:chgData name="Jorge Eduardo Montoya Hernández" userId="6d18b7bbdbb59467" providerId="LiveId" clId="{C803E845-D1D4-49D8-96C5-ADF6696E9E03}" dt="2026-06-16T09:09:00.476" v="1466" actId="1036"/>
          <ac:spMkLst>
            <pc:docMk/>
            <pc:sldMk cId="0" sldId="260"/>
            <ac:spMk id="52" creationId="{00000000-0000-0000-0000-000000000000}"/>
          </ac:spMkLst>
        </pc:spChg>
        <pc:spChg chg="mod">
          <ac:chgData name="Jorge Eduardo Montoya Hernández" userId="6d18b7bbdbb59467" providerId="LiveId" clId="{C803E845-D1D4-49D8-96C5-ADF6696E9E03}" dt="2026-06-16T09:09:00.476" v="1466" actId="1036"/>
          <ac:spMkLst>
            <pc:docMk/>
            <pc:sldMk cId="0" sldId="260"/>
            <ac:spMk id="56" creationId="{00000000-0000-0000-0000-000000000000}"/>
          </ac:spMkLst>
        </pc:spChg>
        <pc:spChg chg="mod">
          <ac:chgData name="Jorge Eduardo Montoya Hernández" userId="6d18b7bbdbb59467" providerId="LiveId" clId="{C803E845-D1D4-49D8-96C5-ADF6696E9E03}" dt="2026-06-16T09:09:00.476" v="1466" actId="1036"/>
          <ac:spMkLst>
            <pc:docMk/>
            <pc:sldMk cId="0" sldId="260"/>
            <ac:spMk id="68" creationId="{00000000-0000-0000-0000-000000000000}"/>
          </ac:spMkLst>
        </pc:spChg>
        <pc:spChg chg="mod">
          <ac:chgData name="Jorge Eduardo Montoya Hernández" userId="6d18b7bbdbb59467" providerId="LiveId" clId="{C803E845-D1D4-49D8-96C5-ADF6696E9E03}" dt="2026-06-16T09:09:12.751" v="1485" actId="1035"/>
          <ac:spMkLst>
            <pc:docMk/>
            <pc:sldMk cId="0" sldId="260"/>
            <ac:spMk id="70" creationId="{00000000-0000-0000-0000-000000000000}"/>
          </ac:spMkLst>
        </pc:spChg>
        <pc:graphicFrameChg chg="mod">
          <ac:chgData name="Jorge Eduardo Montoya Hernández" userId="6d18b7bbdbb59467" providerId="LiveId" clId="{C803E845-D1D4-49D8-96C5-ADF6696E9E03}" dt="2026-06-16T09:08:29.422" v="1428" actId="1076"/>
          <ac:graphicFrameMkLst>
            <pc:docMk/>
            <pc:sldMk cId="0" sldId="260"/>
            <ac:graphicFrameMk id="54" creationId="{00000000-0000-0000-0000-000000000000}"/>
          </ac:graphicFrameMkLst>
        </pc:graphicFrameChg>
        <pc:picChg chg="mod">
          <ac:chgData name="Jorge Eduardo Montoya Hernández" userId="6d18b7bbdbb59467" providerId="LiveId" clId="{C803E845-D1D4-49D8-96C5-ADF6696E9E03}" dt="2026-06-16T09:09:00.476" v="1466" actId="1036"/>
          <ac:picMkLst>
            <pc:docMk/>
            <pc:sldMk cId="0" sldId="260"/>
            <ac:picMk id="58" creationId="{00000000-0000-0000-0000-000000000000}"/>
          </ac:picMkLst>
        </pc:picChg>
        <pc:picChg chg="mod">
          <ac:chgData name="Jorge Eduardo Montoya Hernández" userId="6d18b7bbdbb59467" providerId="LiveId" clId="{C803E845-D1D4-49D8-96C5-ADF6696E9E03}" dt="2026-06-16T09:09:00.476" v="1466" actId="1036"/>
          <ac:picMkLst>
            <pc:docMk/>
            <pc:sldMk cId="0" sldId="260"/>
            <ac:picMk id="60" creationId="{00000000-0000-0000-0000-000000000000}"/>
          </ac:picMkLst>
        </pc:picChg>
        <pc:picChg chg="mod">
          <ac:chgData name="Jorge Eduardo Montoya Hernández" userId="6d18b7bbdbb59467" providerId="LiveId" clId="{C803E845-D1D4-49D8-96C5-ADF6696E9E03}" dt="2026-06-16T09:09:00.476" v="1466" actId="1036"/>
          <ac:picMkLst>
            <pc:docMk/>
            <pc:sldMk cId="0" sldId="260"/>
            <ac:picMk id="62" creationId="{00000000-0000-0000-0000-000000000000}"/>
          </ac:picMkLst>
        </pc:picChg>
        <pc:picChg chg="mod">
          <ac:chgData name="Jorge Eduardo Montoya Hernández" userId="6d18b7bbdbb59467" providerId="LiveId" clId="{C803E845-D1D4-49D8-96C5-ADF6696E9E03}" dt="2026-06-16T09:09:07.799" v="1473" actId="1035"/>
          <ac:picMkLst>
            <pc:docMk/>
            <pc:sldMk cId="0" sldId="260"/>
            <ac:picMk id="64" creationId="{00000000-0000-0000-0000-000000000000}"/>
          </ac:picMkLst>
        </pc:picChg>
        <pc:picChg chg="mod">
          <ac:chgData name="Jorge Eduardo Montoya Hernández" userId="6d18b7bbdbb59467" providerId="LiveId" clId="{C803E845-D1D4-49D8-96C5-ADF6696E9E03}" dt="2026-06-16T09:09:00.476" v="1466" actId="1036"/>
          <ac:picMkLst>
            <pc:docMk/>
            <pc:sldMk cId="0" sldId="260"/>
            <ac:picMk id="72" creationId="{00000000-0000-0000-0000-000000000000}"/>
          </ac:picMkLst>
        </pc:picChg>
        <pc:picChg chg="mod">
          <ac:chgData name="Jorge Eduardo Montoya Hernández" userId="6d18b7bbdbb59467" providerId="LiveId" clId="{C803E845-D1D4-49D8-96C5-ADF6696E9E03}" dt="2026-06-16T09:09:00.476" v="1466" actId="1036"/>
          <ac:picMkLst>
            <pc:docMk/>
            <pc:sldMk cId="0" sldId="260"/>
            <ac:picMk id="76" creationId="{00000000-0000-0000-0000-000000000000}"/>
          </ac:picMkLst>
        </pc:picChg>
        <pc:picChg chg="mod">
          <ac:chgData name="Jorge Eduardo Montoya Hernández" userId="6d18b7bbdbb59467" providerId="LiveId" clId="{C803E845-D1D4-49D8-96C5-ADF6696E9E03}" dt="2026-06-16T09:09:00.476" v="1466" actId="1036"/>
          <ac:picMkLst>
            <pc:docMk/>
            <pc:sldMk cId="0" sldId="260"/>
            <ac:picMk id="78" creationId="{00000000-0000-0000-0000-000000000000}"/>
          </ac:picMkLst>
        </pc:picChg>
      </pc:sldChg>
      <pc:sldChg chg="addSp modSp mod">
        <pc:chgData name="Jorge Eduardo Montoya Hernández" userId="6d18b7bbdbb59467" providerId="LiveId" clId="{C803E845-D1D4-49D8-96C5-ADF6696E9E03}" dt="2026-06-16T09:09:28.582" v="1506"/>
        <pc:sldMkLst>
          <pc:docMk/>
          <pc:sldMk cId="0" sldId="261"/>
        </pc:sldMkLst>
        <pc:spChg chg="add mod">
          <ac:chgData name="Jorge Eduardo Montoya Hernández" userId="6d18b7bbdbb59467" providerId="LiveId" clId="{C803E845-D1D4-49D8-96C5-ADF6696E9E03}" dt="2026-06-16T09:09:28.582" v="1506"/>
          <ac:spMkLst>
            <pc:docMk/>
            <pc:sldMk cId="0" sldId="261"/>
            <ac:spMk id="2" creationId="{09306A7B-47B2-714C-56C7-0E4F1C79DEE3}"/>
          </ac:spMkLst>
        </pc:spChg>
        <pc:picChg chg="mod">
          <ac:chgData name="Jorge Eduardo Montoya Hernández" userId="6d18b7bbdbb59467" providerId="LiveId" clId="{C803E845-D1D4-49D8-96C5-ADF6696E9E03}" dt="2026-06-16T09:09:24.700" v="1505" actId="1035"/>
          <ac:picMkLst>
            <pc:docMk/>
            <pc:sldMk cId="0" sldId="261"/>
            <ac:picMk id="82" creationId="{00000000-0000-0000-0000-000000000000}"/>
          </ac:picMkLst>
        </pc:picChg>
      </pc:sldChg>
      <pc:sldChg chg="addSp modSp mod">
        <pc:chgData name="Jorge Eduardo Montoya Hernández" userId="6d18b7bbdbb59467" providerId="LiveId" clId="{C803E845-D1D4-49D8-96C5-ADF6696E9E03}" dt="2026-06-16T09:10:07.690" v="1537" actId="1035"/>
        <pc:sldMkLst>
          <pc:docMk/>
          <pc:sldMk cId="0" sldId="262"/>
        </pc:sldMkLst>
        <pc:spChg chg="add mod">
          <ac:chgData name="Jorge Eduardo Montoya Hernández" userId="6d18b7bbdbb59467" providerId="LiveId" clId="{C803E845-D1D4-49D8-96C5-ADF6696E9E03}" dt="2026-06-16T09:09:38.041" v="1520"/>
          <ac:spMkLst>
            <pc:docMk/>
            <pc:sldMk cId="0" sldId="262"/>
            <ac:spMk id="2" creationId="{DFFFB6CB-AF5F-F87A-DCC4-FBAC395A1750}"/>
          </ac:spMkLst>
        </pc:spChg>
        <pc:picChg chg="mod">
          <ac:chgData name="Jorge Eduardo Montoya Hernández" userId="6d18b7bbdbb59467" providerId="LiveId" clId="{C803E845-D1D4-49D8-96C5-ADF6696E9E03}" dt="2026-06-16T09:09:35.455" v="1519" actId="1035"/>
          <ac:picMkLst>
            <pc:docMk/>
            <pc:sldMk cId="0" sldId="262"/>
            <ac:picMk id="138" creationId="{00000000-0000-0000-0000-000000000000}"/>
          </ac:picMkLst>
        </pc:picChg>
        <pc:picChg chg="mod">
          <ac:chgData name="Jorge Eduardo Montoya Hernández" userId="6d18b7bbdbb59467" providerId="LiveId" clId="{C803E845-D1D4-49D8-96C5-ADF6696E9E03}" dt="2026-06-16T09:10:07.690" v="1537" actId="1035"/>
          <ac:picMkLst>
            <pc:docMk/>
            <pc:sldMk cId="0" sldId="262"/>
            <ac:picMk id="160" creationId="{00000000-0000-0000-0000-000000000000}"/>
          </ac:picMkLst>
        </pc:picChg>
      </pc:sldChg>
      <pc:sldChg chg="addSp modSp">
        <pc:chgData name="Jorge Eduardo Montoya Hernández" userId="6d18b7bbdbb59467" providerId="LiveId" clId="{C803E845-D1D4-49D8-96C5-ADF6696E9E03}" dt="2026-06-16T09:10:16.186" v="1538"/>
        <pc:sldMkLst>
          <pc:docMk/>
          <pc:sldMk cId="0" sldId="263"/>
        </pc:sldMkLst>
        <pc:spChg chg="add mod">
          <ac:chgData name="Jorge Eduardo Montoya Hernández" userId="6d18b7bbdbb59467" providerId="LiveId" clId="{C803E845-D1D4-49D8-96C5-ADF6696E9E03}" dt="2026-06-16T09:10:16.186" v="1538"/>
          <ac:spMkLst>
            <pc:docMk/>
            <pc:sldMk cId="0" sldId="263"/>
            <ac:spMk id="2" creationId="{859BC522-1DC2-65F4-BFBB-6469A370FD12}"/>
          </ac:spMkLst>
        </pc:spChg>
      </pc:sldChg>
      <pc:sldChg chg="addSp modSp">
        <pc:chgData name="Jorge Eduardo Montoya Hernández" userId="6d18b7bbdbb59467" providerId="LiveId" clId="{C803E845-D1D4-49D8-96C5-ADF6696E9E03}" dt="2026-06-16T09:10:19.528" v="1539"/>
        <pc:sldMkLst>
          <pc:docMk/>
          <pc:sldMk cId="0" sldId="264"/>
        </pc:sldMkLst>
        <pc:spChg chg="add mod">
          <ac:chgData name="Jorge Eduardo Montoya Hernández" userId="6d18b7bbdbb59467" providerId="LiveId" clId="{C803E845-D1D4-49D8-96C5-ADF6696E9E03}" dt="2026-06-16T09:10:19.528" v="1539"/>
          <ac:spMkLst>
            <pc:docMk/>
            <pc:sldMk cId="0" sldId="264"/>
            <ac:spMk id="2" creationId="{9309134E-C409-C888-0CCA-85B4DB5DB9DD}"/>
          </ac:spMkLst>
        </pc:spChg>
      </pc:sldChg>
      <pc:sldChg chg="addSp modSp">
        <pc:chgData name="Jorge Eduardo Montoya Hernández" userId="6d18b7bbdbb59467" providerId="LiveId" clId="{C803E845-D1D4-49D8-96C5-ADF6696E9E03}" dt="2026-06-16T09:10:23.663" v="1540"/>
        <pc:sldMkLst>
          <pc:docMk/>
          <pc:sldMk cId="0" sldId="265"/>
        </pc:sldMkLst>
        <pc:spChg chg="add mod">
          <ac:chgData name="Jorge Eduardo Montoya Hernández" userId="6d18b7bbdbb59467" providerId="LiveId" clId="{C803E845-D1D4-49D8-96C5-ADF6696E9E03}" dt="2026-06-16T09:10:23.663" v="1540"/>
          <ac:spMkLst>
            <pc:docMk/>
            <pc:sldMk cId="0" sldId="265"/>
            <ac:spMk id="2" creationId="{2591E717-52C9-6734-7CC4-AB54C1918814}"/>
          </ac:spMkLst>
        </pc:spChg>
      </pc:sldChg>
      <pc:sldChg chg="addSp modSp mod">
        <pc:chgData name="Jorge Eduardo Montoya Hernández" userId="6d18b7bbdbb59467" providerId="LiveId" clId="{C803E845-D1D4-49D8-96C5-ADF6696E9E03}" dt="2026-06-16T09:10:30.005" v="1554" actId="1035"/>
        <pc:sldMkLst>
          <pc:docMk/>
          <pc:sldMk cId="0" sldId="266"/>
        </pc:sldMkLst>
        <pc:spChg chg="add mod">
          <ac:chgData name="Jorge Eduardo Montoya Hernández" userId="6d18b7bbdbb59467" providerId="LiveId" clId="{C803E845-D1D4-49D8-96C5-ADF6696E9E03}" dt="2026-06-16T09:10:26.315" v="1541"/>
          <ac:spMkLst>
            <pc:docMk/>
            <pc:sldMk cId="0" sldId="266"/>
            <ac:spMk id="2" creationId="{45ACC6D2-F67A-F433-AF9F-85EF36613C08}"/>
          </ac:spMkLst>
        </pc:spChg>
        <pc:picChg chg="mod">
          <ac:chgData name="Jorge Eduardo Montoya Hernández" userId="6d18b7bbdbb59467" providerId="LiveId" clId="{C803E845-D1D4-49D8-96C5-ADF6696E9E03}" dt="2026-06-16T09:10:30.005" v="1554" actId="1035"/>
          <ac:picMkLst>
            <pc:docMk/>
            <pc:sldMk cId="0" sldId="266"/>
            <ac:picMk id="250" creationId="{00000000-0000-0000-0000-000000000000}"/>
          </ac:picMkLst>
        </pc:picChg>
      </pc:sldChg>
      <pc:sldChg chg="addSp modSp mod">
        <pc:chgData name="Jorge Eduardo Montoya Hernández" userId="6d18b7bbdbb59467" providerId="LiveId" clId="{C803E845-D1D4-49D8-96C5-ADF6696E9E03}" dt="2026-06-16T09:10:37.466" v="1568" actId="1035"/>
        <pc:sldMkLst>
          <pc:docMk/>
          <pc:sldMk cId="0" sldId="267"/>
        </pc:sldMkLst>
        <pc:spChg chg="add mod">
          <ac:chgData name="Jorge Eduardo Montoya Hernández" userId="6d18b7bbdbb59467" providerId="LiveId" clId="{C803E845-D1D4-49D8-96C5-ADF6696E9E03}" dt="2026-06-16T09:10:33.851" v="1555"/>
          <ac:spMkLst>
            <pc:docMk/>
            <pc:sldMk cId="0" sldId="267"/>
            <ac:spMk id="2" creationId="{18B0AAC1-F794-3027-D3CF-504A0785777E}"/>
          </ac:spMkLst>
        </pc:spChg>
        <pc:picChg chg="mod">
          <ac:chgData name="Jorge Eduardo Montoya Hernández" userId="6d18b7bbdbb59467" providerId="LiveId" clId="{C803E845-D1D4-49D8-96C5-ADF6696E9E03}" dt="2026-06-16T09:10:37.466" v="1568" actId="1035"/>
          <ac:picMkLst>
            <pc:docMk/>
            <pc:sldMk cId="0" sldId="267"/>
            <ac:picMk id="320" creationId="{00000000-0000-0000-0000-000000000000}"/>
          </ac:picMkLst>
        </pc:picChg>
      </pc:sldChg>
      <pc:sldChg chg="addSp modSp">
        <pc:chgData name="Jorge Eduardo Montoya Hernández" userId="6d18b7bbdbb59467" providerId="LiveId" clId="{C803E845-D1D4-49D8-96C5-ADF6696E9E03}" dt="2026-06-16T09:10:41.091" v="1569"/>
        <pc:sldMkLst>
          <pc:docMk/>
          <pc:sldMk cId="0" sldId="268"/>
        </pc:sldMkLst>
        <pc:spChg chg="add mod">
          <ac:chgData name="Jorge Eduardo Montoya Hernández" userId="6d18b7bbdbb59467" providerId="LiveId" clId="{C803E845-D1D4-49D8-96C5-ADF6696E9E03}" dt="2026-06-16T09:10:41.091" v="1569"/>
          <ac:spMkLst>
            <pc:docMk/>
            <pc:sldMk cId="0" sldId="268"/>
            <ac:spMk id="2" creationId="{70ED9B55-2A5A-A2B3-BAAD-E08D603BB888}"/>
          </ac:spMkLst>
        </pc:spChg>
      </pc:sldChg>
      <pc:sldChg chg="addSp modSp mod">
        <pc:chgData name="Jorge Eduardo Montoya Hernández" userId="6d18b7bbdbb59467" providerId="LiveId" clId="{C803E845-D1D4-49D8-96C5-ADF6696E9E03}" dt="2026-06-16T09:11:02.955" v="1581" actId="1038"/>
        <pc:sldMkLst>
          <pc:docMk/>
          <pc:sldMk cId="0" sldId="269"/>
        </pc:sldMkLst>
        <pc:spChg chg="mod">
          <ac:chgData name="Jorge Eduardo Montoya Hernández" userId="6d18b7bbdbb59467" providerId="LiveId" clId="{C803E845-D1D4-49D8-96C5-ADF6696E9E03}" dt="2026-06-16T09:11:02.955" v="1581" actId="1038"/>
          <ac:spMkLst>
            <pc:docMk/>
            <pc:sldMk cId="0" sldId="269"/>
            <ac:spMk id="2" creationId="{97200F93-8463-DDDC-BE05-7D84B7C8AB93}"/>
          </ac:spMkLst>
        </pc:spChg>
        <pc:spChg chg="mod">
          <ac:chgData name="Jorge Eduardo Montoya Hernández" userId="6d18b7bbdbb59467" providerId="LiveId" clId="{C803E845-D1D4-49D8-96C5-ADF6696E9E03}" dt="2026-06-16T09:11:02.955" v="1581" actId="1038"/>
          <ac:spMkLst>
            <pc:docMk/>
            <pc:sldMk cId="0" sldId="269"/>
            <ac:spMk id="3" creationId="{B8958CC0-A45F-1098-C547-37D0565191B9}"/>
          </ac:spMkLst>
        </pc:spChg>
        <pc:spChg chg="add mod">
          <ac:chgData name="Jorge Eduardo Montoya Hernández" userId="6d18b7bbdbb59467" providerId="LiveId" clId="{C803E845-D1D4-49D8-96C5-ADF6696E9E03}" dt="2026-06-16T09:10:44.792" v="1570"/>
          <ac:spMkLst>
            <pc:docMk/>
            <pc:sldMk cId="0" sldId="269"/>
            <ac:spMk id="4" creationId="{766A73F2-081C-42CE-3FB8-6D01328CBDAB}"/>
          </ac:spMkLst>
        </pc:spChg>
        <pc:spChg chg="mod">
          <ac:chgData name="Jorge Eduardo Montoya Hernández" userId="6d18b7bbdbb59467" providerId="LiveId" clId="{C803E845-D1D4-49D8-96C5-ADF6696E9E03}" dt="2026-06-16T09:11:02.955" v="1581" actId="1038"/>
          <ac:spMkLst>
            <pc:docMk/>
            <pc:sldMk cId="0" sldId="269"/>
            <ac:spMk id="344" creationId="{00000000-0000-0000-0000-000000000000}"/>
          </ac:spMkLst>
        </pc:spChg>
        <pc:spChg chg="mod">
          <ac:chgData name="Jorge Eduardo Montoya Hernández" userId="6d18b7bbdbb59467" providerId="LiveId" clId="{C803E845-D1D4-49D8-96C5-ADF6696E9E03}" dt="2026-06-16T09:11:02.955" v="1581" actId="1038"/>
          <ac:spMkLst>
            <pc:docMk/>
            <pc:sldMk cId="0" sldId="269"/>
            <ac:spMk id="352" creationId="{00000000-0000-0000-0000-000000000000}"/>
          </ac:spMkLst>
        </pc:spChg>
        <pc:picChg chg="mod">
          <ac:chgData name="Jorge Eduardo Montoya Hernández" userId="6d18b7bbdbb59467" providerId="LiveId" clId="{C803E845-D1D4-49D8-96C5-ADF6696E9E03}" dt="2026-06-16T09:11:02.955" v="1581" actId="1038"/>
          <ac:picMkLst>
            <pc:docMk/>
            <pc:sldMk cId="0" sldId="269"/>
            <ac:picMk id="346" creationId="{00000000-0000-0000-0000-000000000000}"/>
          </ac:picMkLst>
        </pc:picChg>
      </pc:sldChg>
      <pc:sldChg chg="addSp modSp mod">
        <pc:chgData name="Jorge Eduardo Montoya Hernández" userId="6d18b7bbdbb59467" providerId="LiveId" clId="{C803E845-D1D4-49D8-96C5-ADF6696E9E03}" dt="2026-06-16T09:11:12.186" v="1603" actId="1035"/>
        <pc:sldMkLst>
          <pc:docMk/>
          <pc:sldMk cId="0" sldId="270"/>
        </pc:sldMkLst>
        <pc:spChg chg="add mod">
          <ac:chgData name="Jorge Eduardo Montoya Hernández" userId="6d18b7bbdbb59467" providerId="LiveId" clId="{C803E845-D1D4-49D8-96C5-ADF6696E9E03}" dt="2026-06-16T09:11:07.806" v="1582"/>
          <ac:spMkLst>
            <pc:docMk/>
            <pc:sldMk cId="0" sldId="270"/>
            <ac:spMk id="2" creationId="{A90B4094-9566-603B-1050-ED7DE89C77D6}"/>
          </ac:spMkLst>
        </pc:spChg>
        <pc:picChg chg="mod">
          <ac:chgData name="Jorge Eduardo Montoya Hernández" userId="6d18b7bbdbb59467" providerId="LiveId" clId="{C803E845-D1D4-49D8-96C5-ADF6696E9E03}" dt="2026-06-16T09:11:12.186" v="1603" actId="1035"/>
          <ac:picMkLst>
            <pc:docMk/>
            <pc:sldMk cId="0" sldId="270"/>
            <ac:picMk id="376" creationId="{00000000-0000-0000-0000-000000000000}"/>
          </ac:picMkLst>
        </pc:picChg>
      </pc:sldChg>
      <pc:sldChg chg="addSp modSp mod">
        <pc:chgData name="Jorge Eduardo Montoya Hernández" userId="6d18b7bbdbb59467" providerId="LiveId" clId="{C803E845-D1D4-49D8-96C5-ADF6696E9E03}" dt="2026-06-16T09:11:19.034" v="1620"/>
        <pc:sldMkLst>
          <pc:docMk/>
          <pc:sldMk cId="0" sldId="271"/>
        </pc:sldMkLst>
        <pc:spChg chg="add mod">
          <ac:chgData name="Jorge Eduardo Montoya Hernández" userId="6d18b7bbdbb59467" providerId="LiveId" clId="{C803E845-D1D4-49D8-96C5-ADF6696E9E03}" dt="2026-06-16T09:11:19.034" v="1620"/>
          <ac:spMkLst>
            <pc:docMk/>
            <pc:sldMk cId="0" sldId="271"/>
            <ac:spMk id="2" creationId="{B7B99BF7-4F8E-18A2-D8C4-099DCA823C54}"/>
          </ac:spMkLst>
        </pc:spChg>
        <pc:picChg chg="mod">
          <ac:chgData name="Jorge Eduardo Montoya Hernández" userId="6d18b7bbdbb59467" providerId="LiveId" clId="{C803E845-D1D4-49D8-96C5-ADF6696E9E03}" dt="2026-06-16T09:11:18.112" v="1619" actId="1035"/>
          <ac:picMkLst>
            <pc:docMk/>
            <pc:sldMk cId="0" sldId="271"/>
            <ac:picMk id="392" creationId="{00000000-0000-0000-0000-000000000000}"/>
          </ac:picMkLst>
        </pc:picChg>
      </pc:sldChg>
      <pc:sldChg chg="addSp modSp mod">
        <pc:chgData name="Jorge Eduardo Montoya Hernández" userId="6d18b7bbdbb59467" providerId="LiveId" clId="{C803E845-D1D4-49D8-96C5-ADF6696E9E03}" dt="2026-06-16T09:11:24.472" v="1621"/>
        <pc:sldMkLst>
          <pc:docMk/>
          <pc:sldMk cId="0" sldId="272"/>
        </pc:sldMkLst>
        <pc:spChg chg="add mod">
          <ac:chgData name="Jorge Eduardo Montoya Hernández" userId="6d18b7bbdbb59467" providerId="LiveId" clId="{C803E845-D1D4-49D8-96C5-ADF6696E9E03}" dt="2026-06-16T09:11:24.472" v="1621"/>
          <ac:spMkLst>
            <pc:docMk/>
            <pc:sldMk cId="0" sldId="272"/>
            <ac:spMk id="2" creationId="{40E84021-FC06-6984-20D5-0C00B3AF903D}"/>
          </ac:spMkLst>
        </pc:spChg>
        <pc:spChg chg="mod">
          <ac:chgData name="Jorge Eduardo Montoya Hernández" userId="6d18b7bbdbb59467" providerId="LiveId" clId="{C803E845-D1D4-49D8-96C5-ADF6696E9E03}" dt="2026-06-16T02:54:09.949" v="5"/>
          <ac:spMkLst>
            <pc:docMk/>
            <pc:sldMk cId="0" sldId="272"/>
            <ac:spMk id="396" creationId="{00000000-0000-0000-0000-000000000000}"/>
          </ac:spMkLst>
        </pc:spChg>
        <pc:spChg chg="mod">
          <ac:chgData name="Jorge Eduardo Montoya Hernández" userId="6d18b7bbdbb59467" providerId="LiveId" clId="{C803E845-D1D4-49D8-96C5-ADF6696E9E03}" dt="2026-06-16T02:53:38.569" v="2"/>
          <ac:spMkLst>
            <pc:docMk/>
            <pc:sldMk cId="0" sldId="272"/>
            <ac:spMk id="398" creationId="{00000000-0000-0000-0000-000000000000}"/>
          </ac:spMkLst>
        </pc:spChg>
        <pc:spChg chg="mod">
          <ac:chgData name="Jorge Eduardo Montoya Hernández" userId="6d18b7bbdbb59467" providerId="LiveId" clId="{C803E845-D1D4-49D8-96C5-ADF6696E9E03}" dt="2026-06-16T02:55:06.336" v="14" actId="403"/>
          <ac:spMkLst>
            <pc:docMk/>
            <pc:sldMk cId="0" sldId="272"/>
            <ac:spMk id="400" creationId="{00000000-0000-0000-0000-000000000000}"/>
          </ac:spMkLst>
        </pc:spChg>
        <pc:spChg chg="mod">
          <ac:chgData name="Jorge Eduardo Montoya Hernández" userId="6d18b7bbdbb59467" providerId="LiveId" clId="{C803E845-D1D4-49D8-96C5-ADF6696E9E03}" dt="2026-06-16T02:51:35.113" v="0"/>
          <ac:spMkLst>
            <pc:docMk/>
            <pc:sldMk cId="0" sldId="272"/>
            <ac:spMk id="408" creationId="{00000000-0000-0000-0000-000000000000}"/>
          </ac:spMkLst>
        </pc:spChg>
      </pc:sldChg>
      <pc:sldChg chg="addSp modSp mod">
        <pc:chgData name="Jorge Eduardo Montoya Hernández" userId="6d18b7bbdbb59467" providerId="LiveId" clId="{C803E845-D1D4-49D8-96C5-ADF6696E9E03}" dt="2026-06-16T09:11:27.644" v="1622"/>
        <pc:sldMkLst>
          <pc:docMk/>
          <pc:sldMk cId="0" sldId="273"/>
        </pc:sldMkLst>
        <pc:spChg chg="add mod">
          <ac:chgData name="Jorge Eduardo Montoya Hernández" userId="6d18b7bbdbb59467" providerId="LiveId" clId="{C803E845-D1D4-49D8-96C5-ADF6696E9E03}" dt="2026-06-16T09:11:27.644" v="1622"/>
          <ac:spMkLst>
            <pc:docMk/>
            <pc:sldMk cId="0" sldId="273"/>
            <ac:spMk id="2" creationId="{9E211C80-5FC7-3FC9-82AD-976B635F9A5E}"/>
          </ac:spMkLst>
        </pc:spChg>
        <pc:spChg chg="mod">
          <ac:chgData name="Jorge Eduardo Montoya Hernández" userId="6d18b7bbdbb59467" providerId="LiveId" clId="{C803E845-D1D4-49D8-96C5-ADF6696E9E03}" dt="2026-06-16T02:57:20.034" v="15"/>
          <ac:spMkLst>
            <pc:docMk/>
            <pc:sldMk cId="0" sldId="273"/>
            <ac:spMk id="412" creationId="{00000000-0000-0000-0000-000000000000}"/>
          </ac:spMkLst>
        </pc:spChg>
        <pc:spChg chg="mod">
          <ac:chgData name="Jorge Eduardo Montoya Hernández" userId="6d18b7bbdbb59467" providerId="LiveId" clId="{C803E845-D1D4-49D8-96C5-ADF6696E9E03}" dt="2026-06-16T03:01:49.082" v="33" actId="1076"/>
          <ac:spMkLst>
            <pc:docMk/>
            <pc:sldMk cId="0" sldId="273"/>
            <ac:spMk id="416" creationId="{00000000-0000-0000-0000-000000000000}"/>
          </ac:spMkLst>
        </pc:spChg>
        <pc:spChg chg="mod">
          <ac:chgData name="Jorge Eduardo Montoya Hernández" userId="6d18b7bbdbb59467" providerId="LiveId" clId="{C803E845-D1D4-49D8-96C5-ADF6696E9E03}" dt="2026-06-16T03:01:45.962" v="32" actId="1076"/>
          <ac:spMkLst>
            <pc:docMk/>
            <pc:sldMk cId="0" sldId="273"/>
            <ac:spMk id="418" creationId="{00000000-0000-0000-0000-000000000000}"/>
          </ac:spMkLst>
        </pc:spChg>
        <pc:spChg chg="mod">
          <ac:chgData name="Jorge Eduardo Montoya Hernández" userId="6d18b7bbdbb59467" providerId="LiveId" clId="{C803E845-D1D4-49D8-96C5-ADF6696E9E03}" dt="2026-06-16T03:01:42.706" v="31" actId="1076"/>
          <ac:spMkLst>
            <pc:docMk/>
            <pc:sldMk cId="0" sldId="273"/>
            <ac:spMk id="420" creationId="{00000000-0000-0000-0000-000000000000}"/>
          </ac:spMkLst>
        </pc:spChg>
        <pc:picChg chg="mod">
          <ac:chgData name="Jorge Eduardo Montoya Hernández" userId="6d18b7bbdbb59467" providerId="LiveId" clId="{C803E845-D1D4-49D8-96C5-ADF6696E9E03}" dt="2026-06-16T03:00:17.413" v="23" actId="1076"/>
          <ac:picMkLst>
            <pc:docMk/>
            <pc:sldMk cId="0" sldId="273"/>
            <ac:picMk id="422" creationId="{00000000-0000-0000-0000-000000000000}"/>
          </ac:picMkLst>
        </pc:picChg>
        <pc:picChg chg="mod">
          <ac:chgData name="Jorge Eduardo Montoya Hernández" userId="6d18b7bbdbb59467" providerId="LiveId" clId="{C803E845-D1D4-49D8-96C5-ADF6696E9E03}" dt="2026-06-16T03:00:48.874" v="24" actId="1076"/>
          <ac:picMkLst>
            <pc:docMk/>
            <pc:sldMk cId="0" sldId="273"/>
            <ac:picMk id="424" creationId="{00000000-0000-0000-0000-000000000000}"/>
          </ac:picMkLst>
        </pc:picChg>
        <pc:picChg chg="mod">
          <ac:chgData name="Jorge Eduardo Montoya Hernández" userId="6d18b7bbdbb59467" providerId="LiveId" clId="{C803E845-D1D4-49D8-96C5-ADF6696E9E03}" dt="2026-06-16T03:00:55.446" v="25" actId="1076"/>
          <ac:picMkLst>
            <pc:docMk/>
            <pc:sldMk cId="0" sldId="273"/>
            <ac:picMk id="426" creationId="{00000000-0000-0000-0000-000000000000}"/>
          </ac:picMkLst>
        </pc:picChg>
      </pc:sldChg>
      <pc:sldChg chg="addSp delSp modSp mod">
        <pc:chgData name="Jorge Eduardo Montoya Hernández" userId="6d18b7bbdbb59467" providerId="LiveId" clId="{C803E845-D1D4-49D8-96C5-ADF6696E9E03}" dt="2026-06-16T09:11:33.270" v="1624"/>
        <pc:sldMkLst>
          <pc:docMk/>
          <pc:sldMk cId="0" sldId="274"/>
        </pc:sldMkLst>
        <pc:spChg chg="add mod">
          <ac:chgData name="Jorge Eduardo Montoya Hernández" userId="6d18b7bbdbb59467" providerId="LiveId" clId="{C803E845-D1D4-49D8-96C5-ADF6696E9E03}" dt="2026-06-16T09:11:33.270" v="1624"/>
          <ac:spMkLst>
            <pc:docMk/>
            <pc:sldMk cId="0" sldId="274"/>
            <ac:spMk id="2" creationId="{26DE37BD-7C9B-51F9-530C-7468B2B20BB9}"/>
          </ac:spMkLst>
        </pc:spChg>
        <pc:spChg chg="mod">
          <ac:chgData name="Jorge Eduardo Montoya Hernández" userId="6d18b7bbdbb59467" providerId="LiveId" clId="{C803E845-D1D4-49D8-96C5-ADF6696E9E03}" dt="2026-06-16T03:03:34.942" v="34"/>
          <ac:spMkLst>
            <pc:docMk/>
            <pc:sldMk cId="0" sldId="274"/>
            <ac:spMk id="442" creationId="{00000000-0000-0000-0000-000000000000}"/>
          </ac:spMkLst>
        </pc:spChg>
        <pc:spChg chg="mod">
          <ac:chgData name="Jorge Eduardo Montoya Hernández" userId="6d18b7bbdbb59467" providerId="LiveId" clId="{C803E845-D1D4-49D8-96C5-ADF6696E9E03}" dt="2026-06-16T03:27:50.663" v="478" actId="207"/>
          <ac:spMkLst>
            <pc:docMk/>
            <pc:sldMk cId="0" sldId="274"/>
            <ac:spMk id="446" creationId="{00000000-0000-0000-0000-000000000000}"/>
          </ac:spMkLst>
        </pc:spChg>
        <pc:spChg chg="mod">
          <ac:chgData name="Jorge Eduardo Montoya Hernández" userId="6d18b7bbdbb59467" providerId="LiveId" clId="{C803E845-D1D4-49D8-96C5-ADF6696E9E03}" dt="2026-06-16T03:18:24.506" v="405" actId="1038"/>
          <ac:spMkLst>
            <pc:docMk/>
            <pc:sldMk cId="0" sldId="274"/>
            <ac:spMk id="448" creationId="{00000000-0000-0000-0000-000000000000}"/>
          </ac:spMkLst>
        </pc:spChg>
        <pc:spChg chg="mod">
          <ac:chgData name="Jorge Eduardo Montoya Hernández" userId="6d18b7bbdbb59467" providerId="LiveId" clId="{C803E845-D1D4-49D8-96C5-ADF6696E9E03}" dt="2026-06-16T03:18:58.221" v="409" actId="404"/>
          <ac:spMkLst>
            <pc:docMk/>
            <pc:sldMk cId="0" sldId="274"/>
            <ac:spMk id="450" creationId="{00000000-0000-0000-0000-000000000000}"/>
          </ac:spMkLst>
        </pc:spChg>
        <pc:spChg chg="mod">
          <ac:chgData name="Jorge Eduardo Montoya Hernández" userId="6d18b7bbdbb59467" providerId="LiveId" clId="{C803E845-D1D4-49D8-96C5-ADF6696E9E03}" dt="2026-06-16T03:17:42.193" v="391" actId="1038"/>
          <ac:spMkLst>
            <pc:docMk/>
            <pc:sldMk cId="0" sldId="274"/>
            <ac:spMk id="454" creationId="{00000000-0000-0000-0000-000000000000}"/>
          </ac:spMkLst>
        </pc:spChg>
        <pc:spChg chg="mod">
          <ac:chgData name="Jorge Eduardo Montoya Hernández" userId="6d18b7bbdbb59467" providerId="LiveId" clId="{C803E845-D1D4-49D8-96C5-ADF6696E9E03}" dt="2026-06-16T03:18:53.519" v="408" actId="404"/>
          <ac:spMkLst>
            <pc:docMk/>
            <pc:sldMk cId="0" sldId="274"/>
            <ac:spMk id="456" creationId="{00000000-0000-0000-0000-000000000000}"/>
          </ac:spMkLst>
        </pc:spChg>
        <pc:spChg chg="mod">
          <ac:chgData name="Jorge Eduardo Montoya Hernández" userId="6d18b7bbdbb59467" providerId="LiveId" clId="{C803E845-D1D4-49D8-96C5-ADF6696E9E03}" dt="2026-06-16T03:18:35.015" v="406" actId="403"/>
          <ac:spMkLst>
            <pc:docMk/>
            <pc:sldMk cId="0" sldId="274"/>
            <ac:spMk id="458" creationId="{00000000-0000-0000-0000-000000000000}"/>
          </ac:spMkLst>
        </pc:spChg>
        <pc:picChg chg="mod">
          <ac:chgData name="Jorge Eduardo Montoya Hernández" userId="6d18b7bbdbb59467" providerId="LiveId" clId="{C803E845-D1D4-49D8-96C5-ADF6696E9E03}" dt="2026-06-16T03:07:06.469" v="169" actId="1036"/>
          <ac:picMkLst>
            <pc:docMk/>
            <pc:sldMk cId="0" sldId="274"/>
            <ac:picMk id="432" creationId="{00000000-0000-0000-0000-000000000000}"/>
          </ac:picMkLst>
        </pc:picChg>
        <pc:picChg chg="mod">
          <ac:chgData name="Jorge Eduardo Montoya Hernández" userId="6d18b7bbdbb59467" providerId="LiveId" clId="{C803E845-D1D4-49D8-96C5-ADF6696E9E03}" dt="2026-06-16T03:07:06.469" v="169" actId="1036"/>
          <ac:picMkLst>
            <pc:docMk/>
            <pc:sldMk cId="0" sldId="274"/>
            <ac:picMk id="438" creationId="{00000000-0000-0000-0000-000000000000}"/>
          </ac:picMkLst>
        </pc:picChg>
        <pc:picChg chg="mod">
          <ac:chgData name="Jorge Eduardo Montoya Hernández" userId="6d18b7bbdbb59467" providerId="LiveId" clId="{C803E845-D1D4-49D8-96C5-ADF6696E9E03}" dt="2026-06-16T03:07:06.469" v="169" actId="1036"/>
          <ac:picMkLst>
            <pc:docMk/>
            <pc:sldMk cId="0" sldId="274"/>
            <ac:picMk id="440" creationId="{00000000-0000-0000-0000-000000000000}"/>
          </ac:picMkLst>
        </pc:picChg>
      </pc:sldChg>
      <pc:sldChg chg="addSp delSp modSp mod">
        <pc:chgData name="Jorge Eduardo Montoya Hernández" userId="6d18b7bbdbb59467" providerId="LiveId" clId="{C803E845-D1D4-49D8-96C5-ADF6696E9E03}" dt="2026-06-16T09:11:40.950" v="1626"/>
        <pc:sldMkLst>
          <pc:docMk/>
          <pc:sldMk cId="0" sldId="275"/>
        </pc:sldMkLst>
        <pc:spChg chg="add mod">
          <ac:chgData name="Jorge Eduardo Montoya Hernández" userId="6d18b7bbdbb59467" providerId="LiveId" clId="{C803E845-D1D4-49D8-96C5-ADF6696E9E03}" dt="2026-06-16T09:11:40.950" v="1626"/>
          <ac:spMkLst>
            <pc:docMk/>
            <pc:sldMk cId="0" sldId="275"/>
            <ac:spMk id="2" creationId="{A9864E9F-ADE7-76B1-E566-8D531221DB34}"/>
          </ac:spMkLst>
        </pc:spChg>
        <pc:spChg chg="mod">
          <ac:chgData name="Jorge Eduardo Montoya Hernández" userId="6d18b7bbdbb59467" providerId="LiveId" clId="{C803E845-D1D4-49D8-96C5-ADF6696E9E03}" dt="2026-06-16T03:29:16.664" v="486" actId="14100"/>
          <ac:spMkLst>
            <pc:docMk/>
            <pc:sldMk cId="0" sldId="275"/>
            <ac:spMk id="470" creationId="{00000000-0000-0000-0000-000000000000}"/>
          </ac:spMkLst>
        </pc:spChg>
        <pc:spChg chg="mod">
          <ac:chgData name="Jorge Eduardo Montoya Hernández" userId="6d18b7bbdbb59467" providerId="LiveId" clId="{C803E845-D1D4-49D8-96C5-ADF6696E9E03}" dt="2026-06-16T03:23:19.330" v="434"/>
          <ac:spMkLst>
            <pc:docMk/>
            <pc:sldMk cId="0" sldId="275"/>
            <ac:spMk id="476" creationId="{00000000-0000-0000-0000-000000000000}"/>
          </ac:spMkLst>
        </pc:spChg>
        <pc:picChg chg="mod">
          <ac:chgData name="Jorge Eduardo Montoya Hernández" userId="6d18b7bbdbb59467" providerId="LiveId" clId="{C803E845-D1D4-49D8-96C5-ADF6696E9E03}" dt="2026-06-16T03:29:10.090" v="485" actId="14100"/>
          <ac:picMkLst>
            <pc:docMk/>
            <pc:sldMk cId="0" sldId="275"/>
            <ac:picMk id="474" creationId="{00000000-0000-0000-0000-000000000000}"/>
          </ac:picMkLst>
        </pc:picChg>
        <pc:picChg chg="add del">
          <ac:chgData name="Jorge Eduardo Montoya Hernández" userId="6d18b7bbdbb59467" providerId="LiveId" clId="{C803E845-D1D4-49D8-96C5-ADF6696E9E03}" dt="2026-06-16T03:28:57.649" v="483" actId="478"/>
          <ac:picMkLst>
            <pc:docMk/>
            <pc:sldMk cId="0" sldId="275"/>
            <ac:picMk id="486" creationId="{00000000-0000-0000-0000-000000000000}"/>
          </ac:picMkLst>
        </pc:picChg>
      </pc:sldChg>
      <pc:sldChg chg="addSp delSp modSp mod">
        <pc:chgData name="Jorge Eduardo Montoya Hernández" userId="6d18b7bbdbb59467" providerId="LiveId" clId="{C803E845-D1D4-49D8-96C5-ADF6696E9E03}" dt="2026-06-16T09:11:47.225" v="1628"/>
        <pc:sldMkLst>
          <pc:docMk/>
          <pc:sldMk cId="0" sldId="276"/>
        </pc:sldMkLst>
        <pc:spChg chg="add mod">
          <ac:chgData name="Jorge Eduardo Montoya Hernández" userId="6d18b7bbdbb59467" providerId="LiveId" clId="{C803E845-D1D4-49D8-96C5-ADF6696E9E03}" dt="2026-06-16T03:43:13.983" v="926"/>
          <ac:spMkLst>
            <pc:docMk/>
            <pc:sldMk cId="0" sldId="276"/>
            <ac:spMk id="2" creationId="{15690B59-04B9-70EF-6983-79ACC691276A}"/>
          </ac:spMkLst>
        </pc:spChg>
        <pc:spChg chg="add mod">
          <ac:chgData name="Jorge Eduardo Montoya Hernández" userId="6d18b7bbdbb59467" providerId="LiveId" clId="{C803E845-D1D4-49D8-96C5-ADF6696E9E03}" dt="2026-06-16T03:43:46.382" v="930"/>
          <ac:spMkLst>
            <pc:docMk/>
            <pc:sldMk cId="0" sldId="276"/>
            <ac:spMk id="3" creationId="{5162B1C7-82E9-A68E-133E-F4937B9FEC8B}"/>
          </ac:spMkLst>
        </pc:spChg>
        <pc:spChg chg="add mod">
          <ac:chgData name="Jorge Eduardo Montoya Hernández" userId="6d18b7bbdbb59467" providerId="LiveId" clId="{C803E845-D1D4-49D8-96C5-ADF6696E9E03}" dt="2026-06-16T09:11:47.225" v="1628"/>
          <ac:spMkLst>
            <pc:docMk/>
            <pc:sldMk cId="0" sldId="276"/>
            <ac:spMk id="4" creationId="{B193FCEE-9A30-EDC3-7AB5-F7B65CFB2855}"/>
          </ac:spMkLst>
        </pc:spChg>
        <pc:spChg chg="mod">
          <ac:chgData name="Jorge Eduardo Montoya Hernández" userId="6d18b7bbdbb59467" providerId="LiveId" clId="{C803E845-D1D4-49D8-96C5-ADF6696E9E03}" dt="2026-06-16T03:33:10.765" v="488" actId="14100"/>
          <ac:spMkLst>
            <pc:docMk/>
            <pc:sldMk cId="0" sldId="276"/>
            <ac:spMk id="518" creationId="{00000000-0000-0000-0000-000000000000}"/>
          </ac:spMkLst>
        </pc:spChg>
        <pc:spChg chg="mod">
          <ac:chgData name="Jorge Eduardo Montoya Hernández" userId="6d18b7bbdbb59467" providerId="LiveId" clId="{C803E845-D1D4-49D8-96C5-ADF6696E9E03}" dt="2026-06-16T03:42:42.969" v="922"/>
          <ac:spMkLst>
            <pc:docMk/>
            <pc:sldMk cId="0" sldId="276"/>
            <ac:spMk id="532" creationId="{00000000-0000-0000-0000-000000000000}"/>
          </ac:spMkLst>
        </pc:spChg>
        <pc:spChg chg="mod">
          <ac:chgData name="Jorge Eduardo Montoya Hernández" userId="6d18b7bbdbb59467" providerId="LiveId" clId="{C803E845-D1D4-49D8-96C5-ADF6696E9E03}" dt="2026-06-16T08:56:32.042" v="1178" actId="1036"/>
          <ac:spMkLst>
            <pc:docMk/>
            <pc:sldMk cId="0" sldId="276"/>
            <ac:spMk id="536" creationId="{00000000-0000-0000-0000-000000000000}"/>
          </ac:spMkLst>
        </pc:spChg>
        <pc:spChg chg="mod">
          <ac:chgData name="Jorge Eduardo Montoya Hernández" userId="6d18b7bbdbb59467" providerId="LiveId" clId="{C803E845-D1D4-49D8-96C5-ADF6696E9E03}" dt="2026-06-16T08:56:09.390" v="1149"/>
          <ac:spMkLst>
            <pc:docMk/>
            <pc:sldMk cId="0" sldId="276"/>
            <ac:spMk id="538" creationId="{00000000-0000-0000-0000-000000000000}"/>
          </ac:spMkLst>
        </pc:spChg>
        <pc:spChg chg="mod">
          <ac:chgData name="Jorge Eduardo Montoya Hernández" userId="6d18b7bbdbb59467" providerId="LiveId" clId="{C803E845-D1D4-49D8-96C5-ADF6696E9E03}" dt="2026-06-16T08:56:32.042" v="1178" actId="1036"/>
          <ac:spMkLst>
            <pc:docMk/>
            <pc:sldMk cId="0" sldId="276"/>
            <ac:spMk id="540" creationId="{00000000-0000-0000-0000-000000000000}"/>
          </ac:spMkLst>
        </pc:spChg>
        <pc:spChg chg="mod">
          <ac:chgData name="Jorge Eduardo Montoya Hernández" userId="6d18b7bbdbb59467" providerId="LiveId" clId="{C803E845-D1D4-49D8-96C5-ADF6696E9E03}" dt="2026-06-16T03:42:09.109" v="918"/>
          <ac:spMkLst>
            <pc:docMk/>
            <pc:sldMk cId="0" sldId="276"/>
            <ac:spMk id="542" creationId="{00000000-0000-0000-0000-000000000000}"/>
          </ac:spMkLst>
        </pc:spChg>
        <pc:spChg chg="mod">
          <ac:chgData name="Jorge Eduardo Montoya Hernández" userId="6d18b7bbdbb59467" providerId="LiveId" clId="{C803E845-D1D4-49D8-96C5-ADF6696E9E03}" dt="2026-06-16T08:56:32.042" v="1178" actId="1036"/>
          <ac:spMkLst>
            <pc:docMk/>
            <pc:sldMk cId="0" sldId="276"/>
            <ac:spMk id="544" creationId="{00000000-0000-0000-0000-000000000000}"/>
          </ac:spMkLst>
        </pc:spChg>
        <pc:spChg chg="mod">
          <ac:chgData name="Jorge Eduardo Montoya Hernández" userId="6d18b7bbdbb59467" providerId="LiveId" clId="{C803E845-D1D4-49D8-96C5-ADF6696E9E03}" dt="2026-06-16T08:56:32.042" v="1178" actId="1036"/>
          <ac:spMkLst>
            <pc:docMk/>
            <pc:sldMk cId="0" sldId="276"/>
            <ac:spMk id="546" creationId="{00000000-0000-0000-0000-000000000000}"/>
          </ac:spMkLst>
        </pc:spChg>
        <pc:spChg chg="mod">
          <ac:chgData name="Jorge Eduardo Montoya Hernández" userId="6d18b7bbdbb59467" providerId="LiveId" clId="{C803E845-D1D4-49D8-96C5-ADF6696E9E03}" dt="2026-06-16T08:56:32.042" v="1178" actId="1036"/>
          <ac:spMkLst>
            <pc:docMk/>
            <pc:sldMk cId="0" sldId="276"/>
            <ac:spMk id="548" creationId="{00000000-0000-0000-0000-000000000000}"/>
          </ac:spMkLst>
        </pc:spChg>
        <pc:picChg chg="mod">
          <ac:chgData name="Jorge Eduardo Montoya Hernández" userId="6d18b7bbdbb59467" providerId="LiveId" clId="{C803E845-D1D4-49D8-96C5-ADF6696E9E03}" dt="2026-06-16T08:56:32.042" v="1178" actId="1036"/>
          <ac:picMkLst>
            <pc:docMk/>
            <pc:sldMk cId="0" sldId="276"/>
            <ac:picMk id="522" creationId="{00000000-0000-0000-0000-000000000000}"/>
          </ac:picMkLst>
        </pc:picChg>
        <pc:picChg chg="mod">
          <ac:chgData name="Jorge Eduardo Montoya Hernández" userId="6d18b7bbdbb59467" providerId="LiveId" clId="{C803E845-D1D4-49D8-96C5-ADF6696E9E03}" dt="2026-06-16T08:56:32.042" v="1178" actId="1036"/>
          <ac:picMkLst>
            <pc:docMk/>
            <pc:sldMk cId="0" sldId="276"/>
            <ac:picMk id="524" creationId="{00000000-0000-0000-0000-000000000000}"/>
          </ac:picMkLst>
        </pc:picChg>
        <pc:picChg chg="mod">
          <ac:chgData name="Jorge Eduardo Montoya Hernández" userId="6d18b7bbdbb59467" providerId="LiveId" clId="{C803E845-D1D4-49D8-96C5-ADF6696E9E03}" dt="2026-06-16T08:56:32.042" v="1178" actId="1036"/>
          <ac:picMkLst>
            <pc:docMk/>
            <pc:sldMk cId="0" sldId="276"/>
            <ac:picMk id="526" creationId="{00000000-0000-0000-0000-000000000000}"/>
          </ac:picMkLst>
        </pc:picChg>
        <pc:picChg chg="mod">
          <ac:chgData name="Jorge Eduardo Montoya Hernández" userId="6d18b7bbdbb59467" providerId="LiveId" clId="{C803E845-D1D4-49D8-96C5-ADF6696E9E03}" dt="2026-06-16T08:56:32.042" v="1178" actId="1036"/>
          <ac:picMkLst>
            <pc:docMk/>
            <pc:sldMk cId="0" sldId="276"/>
            <ac:picMk id="528" creationId="{00000000-0000-0000-0000-000000000000}"/>
          </ac:picMkLst>
        </pc:picChg>
        <pc:picChg chg="mod">
          <ac:chgData name="Jorge Eduardo Montoya Hernández" userId="6d18b7bbdbb59467" providerId="LiveId" clId="{C803E845-D1D4-49D8-96C5-ADF6696E9E03}" dt="2026-06-16T08:56:32.042" v="1178" actId="1036"/>
          <ac:picMkLst>
            <pc:docMk/>
            <pc:sldMk cId="0" sldId="276"/>
            <ac:picMk id="530" creationId="{00000000-0000-0000-0000-000000000000}"/>
          </ac:picMkLst>
        </pc:picChg>
      </pc:sldChg>
      <pc:sldChg chg="addSp delSp modSp mod">
        <pc:chgData name="Jorge Eduardo Montoya Hernández" userId="6d18b7bbdbb59467" providerId="LiveId" clId="{C803E845-D1D4-49D8-96C5-ADF6696E9E03}" dt="2026-06-16T09:11:52.715" v="1630"/>
        <pc:sldMkLst>
          <pc:docMk/>
          <pc:sldMk cId="0" sldId="277"/>
        </pc:sldMkLst>
        <pc:spChg chg="add mod">
          <ac:chgData name="Jorge Eduardo Montoya Hernández" userId="6d18b7bbdbb59467" providerId="LiveId" clId="{C803E845-D1D4-49D8-96C5-ADF6696E9E03}" dt="2026-06-16T09:11:52.715" v="1630"/>
          <ac:spMkLst>
            <pc:docMk/>
            <pc:sldMk cId="0" sldId="277"/>
            <ac:spMk id="6" creationId="{6B1A00D5-6D07-3EA5-34BA-CCAB1E8EC1C1}"/>
          </ac:spMkLst>
        </pc:spChg>
        <pc:spChg chg="mod">
          <ac:chgData name="Jorge Eduardo Montoya Hernández" userId="6d18b7bbdbb59467" providerId="LiveId" clId="{C803E845-D1D4-49D8-96C5-ADF6696E9E03}" dt="2026-06-16T08:59:43.196" v="1268" actId="1076"/>
          <ac:spMkLst>
            <pc:docMk/>
            <pc:sldMk cId="0" sldId="277"/>
            <ac:spMk id="550" creationId="{00000000-0000-0000-0000-000000000000}"/>
          </ac:spMkLst>
        </pc:spChg>
        <pc:spChg chg="mod">
          <ac:chgData name="Jorge Eduardo Montoya Hernández" userId="6d18b7bbdbb59467" providerId="LiveId" clId="{C803E845-D1D4-49D8-96C5-ADF6696E9E03}" dt="2026-06-16T09:00:31.848" v="1289" actId="1035"/>
          <ac:spMkLst>
            <pc:docMk/>
            <pc:sldMk cId="0" sldId="277"/>
            <ac:spMk id="558" creationId="{00000000-0000-0000-0000-000000000000}"/>
          </ac:spMkLst>
        </pc:spChg>
        <pc:spChg chg="mod">
          <ac:chgData name="Jorge Eduardo Montoya Hernández" userId="6d18b7bbdbb59467" providerId="LiveId" clId="{C803E845-D1D4-49D8-96C5-ADF6696E9E03}" dt="2026-06-16T08:57:48.040" v="1180" actId="14100"/>
          <ac:spMkLst>
            <pc:docMk/>
            <pc:sldMk cId="0" sldId="277"/>
            <ac:spMk id="560" creationId="{00000000-0000-0000-0000-000000000000}"/>
          </ac:spMkLst>
        </pc:spChg>
        <pc:picChg chg="add mod">
          <ac:chgData name="Jorge Eduardo Montoya Hernández" userId="6d18b7bbdbb59467" providerId="LiveId" clId="{C803E845-D1D4-49D8-96C5-ADF6696E9E03}" dt="2026-06-16T09:04:53.641" v="1395" actId="1037"/>
          <ac:picMkLst>
            <pc:docMk/>
            <pc:sldMk cId="0" sldId="277"/>
            <ac:picMk id="3" creationId="{ED53F6C4-9761-C929-4E68-8B0F21DF7CC4}"/>
          </ac:picMkLst>
        </pc:picChg>
        <pc:picChg chg="add mod">
          <ac:chgData name="Jorge Eduardo Montoya Hernández" userId="6d18b7bbdbb59467" providerId="LiveId" clId="{C803E845-D1D4-49D8-96C5-ADF6696E9E03}" dt="2026-06-16T09:04:48.677" v="1364" actId="1037"/>
          <ac:picMkLst>
            <pc:docMk/>
            <pc:sldMk cId="0" sldId="277"/>
            <ac:picMk id="5" creationId="{D5E8DBF1-C417-25C4-089F-712FE7D248DE}"/>
          </ac:picMkLst>
        </pc:picChg>
        <pc:picChg chg="mod">
          <ac:chgData name="Jorge Eduardo Montoya Hernández" userId="6d18b7bbdbb59467" providerId="LiveId" clId="{C803E845-D1D4-49D8-96C5-ADF6696E9E03}" dt="2026-06-16T09:04:43.461" v="1351" actId="1036"/>
          <ac:picMkLst>
            <pc:docMk/>
            <pc:sldMk cId="0" sldId="277"/>
            <ac:picMk id="564" creationId="{00000000-0000-0000-0000-000000000000}"/>
          </ac:picMkLst>
        </pc:picChg>
        <pc:picChg chg="mod">
          <ac:chgData name="Jorge Eduardo Montoya Hernández" userId="6d18b7bbdbb59467" providerId="LiveId" clId="{C803E845-D1D4-49D8-96C5-ADF6696E9E03}" dt="2026-06-16T08:58:13.073" v="1261" actId="1037"/>
          <ac:picMkLst>
            <pc:docMk/>
            <pc:sldMk cId="0" sldId="277"/>
            <ac:picMk id="570" creationId="{00000000-0000-0000-0000-000000000000}"/>
          </ac:picMkLst>
        </pc:picChg>
        <pc:picChg chg="mod">
          <ac:chgData name="Jorge Eduardo Montoya Hernández" userId="6d18b7bbdbb59467" providerId="LiveId" clId="{C803E845-D1D4-49D8-96C5-ADF6696E9E03}" dt="2026-06-16T08:58:13.073" v="1261" actId="1037"/>
          <ac:picMkLst>
            <pc:docMk/>
            <pc:sldMk cId="0" sldId="277"/>
            <ac:picMk id="574" creationId="{00000000-0000-0000-0000-000000000000}"/>
          </ac:picMkLst>
        </pc:picChg>
      </pc:sldChg>
      <pc:sldChg chg="addSp modSp new del mod">
        <pc:chgData name="Jorge Eduardo Montoya Hernández" userId="6d18b7bbdbb59467" providerId="LiveId" clId="{C803E845-D1D4-49D8-96C5-ADF6696E9E03}" dt="2026-06-24T06:56:16.010" v="1698" actId="47"/>
        <pc:sldMkLst>
          <pc:docMk/>
          <pc:sldMk cId="669337390" sldId="278"/>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266580B-0823-4C15-A452-3E8600DCC5A3}" type="doc">
      <dgm:prSet loTypeId="urn:microsoft.com/office/officeart/2005/8/layout/orgChart1" loCatId="hierarchy" qsTypeId="urn:microsoft.com/office/officeart/2005/8/quickstyle/simple1" qsCatId="simple" csTypeId="urn:microsoft.com/office/officeart/2005/8/colors/accent1_2" csCatId="accent1" phldr="1"/>
      <dgm:spPr/>
      <dgm:t>
        <a:bodyPr/>
        <a:lstStyle/>
        <a:p>
          <a:endParaRPr lang="en-US"/>
        </a:p>
      </dgm:t>
    </dgm:pt>
    <dgm:pt modelId="{CADF0CBE-AD52-4A97-B137-1855B7A2D765}">
      <dgm:prSet phldrT="[Text]" phldr="0"/>
      <dgm:spPr>
        <a:noFill/>
      </dgm:spPr>
      <dgm:t>
        <a:bodyPr/>
        <a:lstStyle/>
        <a:p>
          <a:r>
            <a:rPr lang="en-US" dirty="0"/>
            <a:t>Board Office</a:t>
          </a:r>
        </a:p>
      </dgm:t>
    </dgm:pt>
    <dgm:pt modelId="{8CCF4956-8887-484B-9D7D-D3446EDEA3AE}" type="parTrans" cxnId="{BA2A68F5-4022-424F-9E23-E9ABF1015235}">
      <dgm:prSet/>
      <dgm:spPr/>
      <dgm:t>
        <a:bodyPr/>
        <a:lstStyle/>
        <a:p>
          <a:endParaRPr lang="en-US"/>
        </a:p>
      </dgm:t>
    </dgm:pt>
    <dgm:pt modelId="{7283D2F9-51E6-4EC0-8797-F08E71991A6A}" type="sibTrans" cxnId="{BA2A68F5-4022-424F-9E23-E9ABF1015235}">
      <dgm:prSet/>
      <dgm:spPr/>
      <dgm:t>
        <a:bodyPr/>
        <a:lstStyle/>
        <a:p>
          <a:endParaRPr lang="en-US"/>
        </a:p>
      </dgm:t>
    </dgm:pt>
    <dgm:pt modelId="{7FA2A298-08BB-4378-A2C7-163E9E5DFB57}" type="asst">
      <dgm:prSet phldrT="[Text]" phldr="0"/>
      <dgm:spPr>
        <a:noFill/>
      </dgm:spPr>
      <dgm:t>
        <a:bodyPr/>
        <a:lstStyle/>
        <a:p>
          <a:r>
            <a:rPr lang="en-US" dirty="0"/>
            <a:t>Executive Office</a:t>
          </a:r>
        </a:p>
      </dgm:t>
    </dgm:pt>
    <dgm:pt modelId="{3F9A058C-F4BD-4C21-B72A-186FD6DBB43E}" type="parTrans" cxnId="{0D902C7D-44D2-4259-8DBA-6A3DB9AF89EF}">
      <dgm:prSet/>
      <dgm:spPr/>
      <dgm:t>
        <a:bodyPr/>
        <a:lstStyle/>
        <a:p>
          <a:endParaRPr lang="en-US"/>
        </a:p>
      </dgm:t>
    </dgm:pt>
    <dgm:pt modelId="{F82A0B38-855C-4CD3-846D-A6E7F44A1C9B}" type="sibTrans" cxnId="{0D902C7D-44D2-4259-8DBA-6A3DB9AF89EF}">
      <dgm:prSet/>
      <dgm:spPr/>
      <dgm:t>
        <a:bodyPr/>
        <a:lstStyle/>
        <a:p>
          <a:endParaRPr lang="en-US"/>
        </a:p>
      </dgm:t>
    </dgm:pt>
    <dgm:pt modelId="{0E166666-4B4E-41F6-A546-D6CADF1D2622}">
      <dgm:prSet phldrT="[Text]"/>
      <dgm:spPr>
        <a:noFill/>
      </dgm:spPr>
      <dgm:t>
        <a:bodyPr/>
        <a:lstStyle/>
        <a:p>
          <a:pPr>
            <a:buNone/>
          </a:pPr>
          <a:r>
            <a:rPr lang="en-US" dirty="0"/>
            <a:t>Front Desk &amp; Administration</a:t>
          </a:r>
        </a:p>
      </dgm:t>
    </dgm:pt>
    <dgm:pt modelId="{D2386423-DBDE-4AA4-ADD7-BD4469C9DF24}" type="parTrans" cxnId="{7C348DB1-F338-4D54-933F-0132A975E374}">
      <dgm:prSet/>
      <dgm:spPr/>
      <dgm:t>
        <a:bodyPr/>
        <a:lstStyle/>
        <a:p>
          <a:endParaRPr lang="en-US"/>
        </a:p>
      </dgm:t>
    </dgm:pt>
    <dgm:pt modelId="{5BD720F3-F726-41F2-8E4A-8925927CA4E8}" type="sibTrans" cxnId="{7C348DB1-F338-4D54-933F-0132A975E374}">
      <dgm:prSet/>
      <dgm:spPr/>
      <dgm:t>
        <a:bodyPr/>
        <a:lstStyle/>
        <a:p>
          <a:endParaRPr lang="en-US"/>
        </a:p>
      </dgm:t>
    </dgm:pt>
    <dgm:pt modelId="{F44D991E-53D6-4EE9-9E93-34A83D652D77}">
      <dgm:prSet phldrT="[Text]"/>
      <dgm:spPr>
        <a:noFill/>
      </dgm:spPr>
      <dgm:t>
        <a:bodyPr/>
        <a:lstStyle/>
        <a:p>
          <a:pPr>
            <a:buNone/>
          </a:pPr>
          <a:r>
            <a:rPr lang="en-US" dirty="0"/>
            <a:t>Operations &amp; Coordination Office</a:t>
          </a:r>
        </a:p>
      </dgm:t>
    </dgm:pt>
    <dgm:pt modelId="{DFEE270B-2181-446A-9AF8-020BBCAF7A43}" type="parTrans" cxnId="{C33D5A7B-1D63-48B8-8F1E-44EDE55D9F8B}">
      <dgm:prSet/>
      <dgm:spPr/>
      <dgm:t>
        <a:bodyPr/>
        <a:lstStyle/>
        <a:p>
          <a:endParaRPr lang="en-US"/>
        </a:p>
      </dgm:t>
    </dgm:pt>
    <dgm:pt modelId="{49DB7EF5-8007-4C57-8E4A-84B89903A40B}" type="sibTrans" cxnId="{C33D5A7B-1D63-48B8-8F1E-44EDE55D9F8B}">
      <dgm:prSet/>
      <dgm:spPr/>
      <dgm:t>
        <a:bodyPr/>
        <a:lstStyle/>
        <a:p>
          <a:endParaRPr lang="en-US"/>
        </a:p>
      </dgm:t>
    </dgm:pt>
    <dgm:pt modelId="{DDE9F7DB-87FF-4722-BA02-204E4CFB2C1F}">
      <dgm:prSet phldrT="[Text]"/>
      <dgm:spPr>
        <a:noFill/>
      </dgm:spPr>
      <dgm:t>
        <a:bodyPr/>
        <a:lstStyle/>
        <a:p>
          <a:pPr>
            <a:buNone/>
          </a:pPr>
          <a:r>
            <a:rPr lang="en-US" dirty="0"/>
            <a:t>Finance &amp; Administrative Support</a:t>
          </a:r>
        </a:p>
      </dgm:t>
    </dgm:pt>
    <dgm:pt modelId="{C6E26882-E870-4F8D-B94E-93A0716AD7AC}" type="parTrans" cxnId="{9150C882-5247-49CA-9C78-F528A592E485}">
      <dgm:prSet/>
      <dgm:spPr/>
      <dgm:t>
        <a:bodyPr/>
        <a:lstStyle/>
        <a:p>
          <a:endParaRPr lang="en-US"/>
        </a:p>
      </dgm:t>
    </dgm:pt>
    <dgm:pt modelId="{C41701A3-4A34-4DB4-9F3C-55E666C0C4CC}" type="sibTrans" cxnId="{9150C882-5247-49CA-9C78-F528A592E485}">
      <dgm:prSet/>
      <dgm:spPr/>
      <dgm:t>
        <a:bodyPr/>
        <a:lstStyle/>
        <a:p>
          <a:endParaRPr lang="en-US"/>
        </a:p>
      </dgm:t>
    </dgm:pt>
    <dgm:pt modelId="{24A891B3-2651-42E3-8EE1-7111B6DB0AB9}">
      <dgm:prSet phldrT="[Text]"/>
      <dgm:spPr>
        <a:noFill/>
      </dgm:spPr>
      <dgm:t>
        <a:bodyPr/>
        <a:lstStyle/>
        <a:p>
          <a:pPr>
            <a:buFont typeface="Arial" panose="020B0604020202020204" pitchFamily="34" charset="0"/>
            <a:buChar char="•"/>
          </a:pPr>
          <a:r>
            <a:rPr lang="en-US" b="1" dirty="0"/>
            <a:t>Customer &amp; Technical Support</a:t>
          </a:r>
          <a:endParaRPr lang="en-US" dirty="0"/>
        </a:p>
      </dgm:t>
    </dgm:pt>
    <dgm:pt modelId="{DC7C8DC4-36F6-48DE-9EF2-A8077AD05A20}" type="parTrans" cxnId="{1A90A805-DF8B-4F82-B083-1B027EF0E5D2}">
      <dgm:prSet/>
      <dgm:spPr/>
      <dgm:t>
        <a:bodyPr/>
        <a:lstStyle/>
        <a:p>
          <a:endParaRPr lang="en-US"/>
        </a:p>
      </dgm:t>
    </dgm:pt>
    <dgm:pt modelId="{54431F4E-5CB1-4352-83BA-F30F7BD90306}" type="sibTrans" cxnId="{1A90A805-DF8B-4F82-B083-1B027EF0E5D2}">
      <dgm:prSet/>
      <dgm:spPr/>
      <dgm:t>
        <a:bodyPr/>
        <a:lstStyle/>
        <a:p>
          <a:endParaRPr lang="en-US"/>
        </a:p>
      </dgm:t>
    </dgm:pt>
    <dgm:pt modelId="{03272556-94B0-4668-A0A4-1B57CD56BC3E}" type="pres">
      <dgm:prSet presAssocID="{3266580B-0823-4C15-A452-3E8600DCC5A3}" presName="hierChild1" presStyleCnt="0">
        <dgm:presLayoutVars>
          <dgm:orgChart val="1"/>
          <dgm:chPref val="1"/>
          <dgm:dir/>
          <dgm:animOne val="branch"/>
          <dgm:animLvl val="lvl"/>
          <dgm:resizeHandles/>
        </dgm:presLayoutVars>
      </dgm:prSet>
      <dgm:spPr/>
    </dgm:pt>
    <dgm:pt modelId="{C0D8914E-46EF-4B3A-9B94-7C0162AB2351}" type="pres">
      <dgm:prSet presAssocID="{CADF0CBE-AD52-4A97-B137-1855B7A2D765}" presName="hierRoot1" presStyleCnt="0">
        <dgm:presLayoutVars>
          <dgm:hierBranch val="init"/>
        </dgm:presLayoutVars>
      </dgm:prSet>
      <dgm:spPr/>
    </dgm:pt>
    <dgm:pt modelId="{3804C3AF-8616-4CCE-B35A-1ADCDA1B2944}" type="pres">
      <dgm:prSet presAssocID="{CADF0CBE-AD52-4A97-B137-1855B7A2D765}" presName="rootComposite1" presStyleCnt="0"/>
      <dgm:spPr/>
    </dgm:pt>
    <dgm:pt modelId="{38A6D1BF-4DB7-4C65-A63B-F9B3294EBBFC}" type="pres">
      <dgm:prSet presAssocID="{CADF0CBE-AD52-4A97-B137-1855B7A2D765}" presName="rootText1" presStyleLbl="node0" presStyleIdx="0" presStyleCnt="1">
        <dgm:presLayoutVars>
          <dgm:chPref val="3"/>
        </dgm:presLayoutVars>
      </dgm:prSet>
      <dgm:spPr/>
    </dgm:pt>
    <dgm:pt modelId="{90F36479-74F1-4721-A7B7-856C9A71E18D}" type="pres">
      <dgm:prSet presAssocID="{CADF0CBE-AD52-4A97-B137-1855B7A2D765}" presName="rootConnector1" presStyleLbl="node1" presStyleIdx="0" presStyleCnt="0"/>
      <dgm:spPr/>
    </dgm:pt>
    <dgm:pt modelId="{1D1F417C-6B74-447A-9444-CA40248232DA}" type="pres">
      <dgm:prSet presAssocID="{CADF0CBE-AD52-4A97-B137-1855B7A2D765}" presName="hierChild2" presStyleCnt="0"/>
      <dgm:spPr/>
    </dgm:pt>
    <dgm:pt modelId="{D329E574-1021-4F06-BD46-490431784E85}" type="pres">
      <dgm:prSet presAssocID="{D2386423-DBDE-4AA4-ADD7-BD4469C9DF24}" presName="Name37" presStyleLbl="parChTrans1D2" presStyleIdx="0" presStyleCnt="5"/>
      <dgm:spPr/>
    </dgm:pt>
    <dgm:pt modelId="{3AD56337-3CE9-4B38-BE34-9C1F8821CF34}" type="pres">
      <dgm:prSet presAssocID="{0E166666-4B4E-41F6-A546-D6CADF1D2622}" presName="hierRoot2" presStyleCnt="0">
        <dgm:presLayoutVars>
          <dgm:hierBranch val="init"/>
        </dgm:presLayoutVars>
      </dgm:prSet>
      <dgm:spPr/>
    </dgm:pt>
    <dgm:pt modelId="{F0F4C34F-74D9-4FCB-8591-B8E02C324264}" type="pres">
      <dgm:prSet presAssocID="{0E166666-4B4E-41F6-A546-D6CADF1D2622}" presName="rootComposite" presStyleCnt="0"/>
      <dgm:spPr/>
    </dgm:pt>
    <dgm:pt modelId="{48C6952F-19BC-44B3-93D5-B9EB89DBB531}" type="pres">
      <dgm:prSet presAssocID="{0E166666-4B4E-41F6-A546-D6CADF1D2622}" presName="rootText" presStyleLbl="node2" presStyleIdx="0" presStyleCnt="4">
        <dgm:presLayoutVars>
          <dgm:chPref val="3"/>
        </dgm:presLayoutVars>
      </dgm:prSet>
      <dgm:spPr/>
    </dgm:pt>
    <dgm:pt modelId="{84C3B957-9213-4067-98EE-FB50D5920ACA}" type="pres">
      <dgm:prSet presAssocID="{0E166666-4B4E-41F6-A546-D6CADF1D2622}" presName="rootConnector" presStyleLbl="node2" presStyleIdx="0" presStyleCnt="4"/>
      <dgm:spPr/>
    </dgm:pt>
    <dgm:pt modelId="{3B21513A-17FC-452F-9AC6-10AF9764A6CF}" type="pres">
      <dgm:prSet presAssocID="{0E166666-4B4E-41F6-A546-D6CADF1D2622}" presName="hierChild4" presStyleCnt="0"/>
      <dgm:spPr/>
    </dgm:pt>
    <dgm:pt modelId="{E9822F75-CBAE-4157-A968-DB231D5CBC21}" type="pres">
      <dgm:prSet presAssocID="{0E166666-4B4E-41F6-A546-D6CADF1D2622}" presName="hierChild5" presStyleCnt="0"/>
      <dgm:spPr/>
    </dgm:pt>
    <dgm:pt modelId="{82802346-A89C-4BA3-BE06-FE43EA375245}" type="pres">
      <dgm:prSet presAssocID="{DFEE270B-2181-446A-9AF8-020BBCAF7A43}" presName="Name37" presStyleLbl="parChTrans1D2" presStyleIdx="1" presStyleCnt="5"/>
      <dgm:spPr/>
    </dgm:pt>
    <dgm:pt modelId="{CD8951D2-D1DB-4997-955D-01F69C980411}" type="pres">
      <dgm:prSet presAssocID="{F44D991E-53D6-4EE9-9E93-34A83D652D77}" presName="hierRoot2" presStyleCnt="0">
        <dgm:presLayoutVars>
          <dgm:hierBranch val="init"/>
        </dgm:presLayoutVars>
      </dgm:prSet>
      <dgm:spPr/>
    </dgm:pt>
    <dgm:pt modelId="{801E956C-8503-49F1-AFC5-4C5D75A35815}" type="pres">
      <dgm:prSet presAssocID="{F44D991E-53D6-4EE9-9E93-34A83D652D77}" presName="rootComposite" presStyleCnt="0"/>
      <dgm:spPr/>
    </dgm:pt>
    <dgm:pt modelId="{59818CD7-0113-4E9C-A1FE-5DB66DD333EA}" type="pres">
      <dgm:prSet presAssocID="{F44D991E-53D6-4EE9-9E93-34A83D652D77}" presName="rootText" presStyleLbl="node2" presStyleIdx="1" presStyleCnt="4">
        <dgm:presLayoutVars>
          <dgm:chPref val="3"/>
        </dgm:presLayoutVars>
      </dgm:prSet>
      <dgm:spPr/>
    </dgm:pt>
    <dgm:pt modelId="{C7F7740E-AEC3-4335-A468-04EC26EA8788}" type="pres">
      <dgm:prSet presAssocID="{F44D991E-53D6-4EE9-9E93-34A83D652D77}" presName="rootConnector" presStyleLbl="node2" presStyleIdx="1" presStyleCnt="4"/>
      <dgm:spPr/>
    </dgm:pt>
    <dgm:pt modelId="{CAE20864-4690-4E5B-8FE3-19FAD01D45B9}" type="pres">
      <dgm:prSet presAssocID="{F44D991E-53D6-4EE9-9E93-34A83D652D77}" presName="hierChild4" presStyleCnt="0"/>
      <dgm:spPr/>
    </dgm:pt>
    <dgm:pt modelId="{0DC17D0A-9DA2-4A17-BC41-9945ABCA36E6}" type="pres">
      <dgm:prSet presAssocID="{F44D991E-53D6-4EE9-9E93-34A83D652D77}" presName="hierChild5" presStyleCnt="0"/>
      <dgm:spPr/>
    </dgm:pt>
    <dgm:pt modelId="{FB449621-3622-49C5-A7D2-B23794588592}" type="pres">
      <dgm:prSet presAssocID="{C6E26882-E870-4F8D-B94E-93A0716AD7AC}" presName="Name37" presStyleLbl="parChTrans1D2" presStyleIdx="2" presStyleCnt="5"/>
      <dgm:spPr/>
    </dgm:pt>
    <dgm:pt modelId="{0A2FC88F-C927-4661-8682-50D4766C279B}" type="pres">
      <dgm:prSet presAssocID="{DDE9F7DB-87FF-4722-BA02-204E4CFB2C1F}" presName="hierRoot2" presStyleCnt="0">
        <dgm:presLayoutVars>
          <dgm:hierBranch val="init"/>
        </dgm:presLayoutVars>
      </dgm:prSet>
      <dgm:spPr/>
    </dgm:pt>
    <dgm:pt modelId="{08991933-7A00-439A-9E11-DFE4E41404A2}" type="pres">
      <dgm:prSet presAssocID="{DDE9F7DB-87FF-4722-BA02-204E4CFB2C1F}" presName="rootComposite" presStyleCnt="0"/>
      <dgm:spPr/>
    </dgm:pt>
    <dgm:pt modelId="{79814EA9-047B-4861-9F45-FD9B95ADAE78}" type="pres">
      <dgm:prSet presAssocID="{DDE9F7DB-87FF-4722-BA02-204E4CFB2C1F}" presName="rootText" presStyleLbl="node2" presStyleIdx="2" presStyleCnt="4">
        <dgm:presLayoutVars>
          <dgm:chPref val="3"/>
        </dgm:presLayoutVars>
      </dgm:prSet>
      <dgm:spPr/>
    </dgm:pt>
    <dgm:pt modelId="{175AB2AE-72A1-4920-B60C-05A29EB0B4FD}" type="pres">
      <dgm:prSet presAssocID="{DDE9F7DB-87FF-4722-BA02-204E4CFB2C1F}" presName="rootConnector" presStyleLbl="node2" presStyleIdx="2" presStyleCnt="4"/>
      <dgm:spPr/>
    </dgm:pt>
    <dgm:pt modelId="{B2658481-6550-4BA8-88A4-6CFC71ABB908}" type="pres">
      <dgm:prSet presAssocID="{DDE9F7DB-87FF-4722-BA02-204E4CFB2C1F}" presName="hierChild4" presStyleCnt="0"/>
      <dgm:spPr/>
    </dgm:pt>
    <dgm:pt modelId="{11FC19F0-2968-4976-9D6E-D2A32A98FAFF}" type="pres">
      <dgm:prSet presAssocID="{DDE9F7DB-87FF-4722-BA02-204E4CFB2C1F}" presName="hierChild5" presStyleCnt="0"/>
      <dgm:spPr/>
    </dgm:pt>
    <dgm:pt modelId="{7DFBB171-0A9D-4A93-BD97-CB9232BA5F8F}" type="pres">
      <dgm:prSet presAssocID="{DC7C8DC4-36F6-48DE-9EF2-A8077AD05A20}" presName="Name37" presStyleLbl="parChTrans1D2" presStyleIdx="3" presStyleCnt="5"/>
      <dgm:spPr/>
    </dgm:pt>
    <dgm:pt modelId="{F5635600-21D8-4261-81E3-3154B3AE879A}" type="pres">
      <dgm:prSet presAssocID="{24A891B3-2651-42E3-8EE1-7111B6DB0AB9}" presName="hierRoot2" presStyleCnt="0">
        <dgm:presLayoutVars>
          <dgm:hierBranch val="init"/>
        </dgm:presLayoutVars>
      </dgm:prSet>
      <dgm:spPr/>
    </dgm:pt>
    <dgm:pt modelId="{6647CEF2-59F4-4DFE-ACB1-AF9E7D068010}" type="pres">
      <dgm:prSet presAssocID="{24A891B3-2651-42E3-8EE1-7111B6DB0AB9}" presName="rootComposite" presStyleCnt="0"/>
      <dgm:spPr/>
    </dgm:pt>
    <dgm:pt modelId="{F85CE2BE-1EBF-472A-80D9-F6B01A6B5473}" type="pres">
      <dgm:prSet presAssocID="{24A891B3-2651-42E3-8EE1-7111B6DB0AB9}" presName="rootText" presStyleLbl="node2" presStyleIdx="3" presStyleCnt="4">
        <dgm:presLayoutVars>
          <dgm:chPref val="3"/>
        </dgm:presLayoutVars>
      </dgm:prSet>
      <dgm:spPr/>
    </dgm:pt>
    <dgm:pt modelId="{CD76C0C1-18E6-4462-9649-0CD3058CEE4F}" type="pres">
      <dgm:prSet presAssocID="{24A891B3-2651-42E3-8EE1-7111B6DB0AB9}" presName="rootConnector" presStyleLbl="node2" presStyleIdx="3" presStyleCnt="4"/>
      <dgm:spPr/>
    </dgm:pt>
    <dgm:pt modelId="{3591B6D6-C175-4DA0-9E69-3862309A1AAC}" type="pres">
      <dgm:prSet presAssocID="{24A891B3-2651-42E3-8EE1-7111B6DB0AB9}" presName="hierChild4" presStyleCnt="0"/>
      <dgm:spPr/>
    </dgm:pt>
    <dgm:pt modelId="{CD03A749-B180-4FA5-B104-9A7F0C02508B}" type="pres">
      <dgm:prSet presAssocID="{24A891B3-2651-42E3-8EE1-7111B6DB0AB9}" presName="hierChild5" presStyleCnt="0"/>
      <dgm:spPr/>
    </dgm:pt>
    <dgm:pt modelId="{2ABA8B53-7EB2-4FC4-BBA2-F266201695B5}" type="pres">
      <dgm:prSet presAssocID="{CADF0CBE-AD52-4A97-B137-1855B7A2D765}" presName="hierChild3" presStyleCnt="0"/>
      <dgm:spPr/>
    </dgm:pt>
    <dgm:pt modelId="{B5CC1929-5DD5-4C96-A564-6D07B94C741D}" type="pres">
      <dgm:prSet presAssocID="{3F9A058C-F4BD-4C21-B72A-186FD6DBB43E}" presName="Name111" presStyleLbl="parChTrans1D2" presStyleIdx="4" presStyleCnt="5"/>
      <dgm:spPr/>
    </dgm:pt>
    <dgm:pt modelId="{733429EF-1D94-4317-B271-1AAC502FB1A1}" type="pres">
      <dgm:prSet presAssocID="{7FA2A298-08BB-4378-A2C7-163E9E5DFB57}" presName="hierRoot3" presStyleCnt="0">
        <dgm:presLayoutVars>
          <dgm:hierBranch val="init"/>
        </dgm:presLayoutVars>
      </dgm:prSet>
      <dgm:spPr/>
    </dgm:pt>
    <dgm:pt modelId="{9F6B7449-A1B6-4D36-972D-507BEE864D16}" type="pres">
      <dgm:prSet presAssocID="{7FA2A298-08BB-4378-A2C7-163E9E5DFB57}" presName="rootComposite3" presStyleCnt="0"/>
      <dgm:spPr/>
    </dgm:pt>
    <dgm:pt modelId="{7B01BA85-AC63-4827-A9C4-3520B2497A3A}" type="pres">
      <dgm:prSet presAssocID="{7FA2A298-08BB-4378-A2C7-163E9E5DFB57}" presName="rootText3" presStyleLbl="asst1" presStyleIdx="0" presStyleCnt="1">
        <dgm:presLayoutVars>
          <dgm:chPref val="3"/>
        </dgm:presLayoutVars>
      </dgm:prSet>
      <dgm:spPr/>
    </dgm:pt>
    <dgm:pt modelId="{35E43FF1-ED86-42A9-A1FE-54CA51198A61}" type="pres">
      <dgm:prSet presAssocID="{7FA2A298-08BB-4378-A2C7-163E9E5DFB57}" presName="rootConnector3" presStyleLbl="asst1" presStyleIdx="0" presStyleCnt="1"/>
      <dgm:spPr/>
    </dgm:pt>
    <dgm:pt modelId="{6F578BAC-AB7F-4E8C-8157-C2CA5589AA50}" type="pres">
      <dgm:prSet presAssocID="{7FA2A298-08BB-4378-A2C7-163E9E5DFB57}" presName="hierChild6" presStyleCnt="0"/>
      <dgm:spPr/>
    </dgm:pt>
    <dgm:pt modelId="{E158C876-9DBE-41E7-B17F-5289D32685F5}" type="pres">
      <dgm:prSet presAssocID="{7FA2A298-08BB-4378-A2C7-163E9E5DFB57}" presName="hierChild7" presStyleCnt="0"/>
      <dgm:spPr/>
    </dgm:pt>
  </dgm:ptLst>
  <dgm:cxnLst>
    <dgm:cxn modelId="{E97E5302-0813-4554-91DF-4D2260597C85}" type="presOf" srcId="{24A891B3-2651-42E3-8EE1-7111B6DB0AB9}" destId="{F85CE2BE-1EBF-472A-80D9-F6B01A6B5473}" srcOrd="0" destOrd="0" presId="urn:microsoft.com/office/officeart/2005/8/layout/orgChart1"/>
    <dgm:cxn modelId="{1A90A805-DF8B-4F82-B083-1B027EF0E5D2}" srcId="{CADF0CBE-AD52-4A97-B137-1855B7A2D765}" destId="{24A891B3-2651-42E3-8EE1-7111B6DB0AB9}" srcOrd="4" destOrd="0" parTransId="{DC7C8DC4-36F6-48DE-9EF2-A8077AD05A20}" sibTransId="{54431F4E-5CB1-4352-83BA-F30F7BD90306}"/>
    <dgm:cxn modelId="{57D1AF10-4942-4CA3-872D-89FA0FA2C4DA}" type="presOf" srcId="{24A891B3-2651-42E3-8EE1-7111B6DB0AB9}" destId="{CD76C0C1-18E6-4462-9649-0CD3058CEE4F}" srcOrd="1" destOrd="0" presId="urn:microsoft.com/office/officeart/2005/8/layout/orgChart1"/>
    <dgm:cxn modelId="{D2724B18-5966-4B7B-8B09-65C8BD5B96DD}" type="presOf" srcId="{CADF0CBE-AD52-4A97-B137-1855B7A2D765}" destId="{38A6D1BF-4DB7-4C65-A63B-F9B3294EBBFC}" srcOrd="0" destOrd="0" presId="urn:microsoft.com/office/officeart/2005/8/layout/orgChart1"/>
    <dgm:cxn modelId="{3BB3322A-91EA-4577-865F-F27849EAFF27}" type="presOf" srcId="{D2386423-DBDE-4AA4-ADD7-BD4469C9DF24}" destId="{D329E574-1021-4F06-BD46-490431784E85}" srcOrd="0" destOrd="0" presId="urn:microsoft.com/office/officeart/2005/8/layout/orgChart1"/>
    <dgm:cxn modelId="{047DBD30-F0E6-4D17-BDEB-53E2EC0D88FD}" type="presOf" srcId="{0E166666-4B4E-41F6-A546-D6CADF1D2622}" destId="{84C3B957-9213-4067-98EE-FB50D5920ACA}" srcOrd="1" destOrd="0" presId="urn:microsoft.com/office/officeart/2005/8/layout/orgChart1"/>
    <dgm:cxn modelId="{A761396C-60B9-4C8F-883E-153F63FA5370}" type="presOf" srcId="{3F9A058C-F4BD-4C21-B72A-186FD6DBB43E}" destId="{B5CC1929-5DD5-4C96-A564-6D07B94C741D}" srcOrd="0" destOrd="0" presId="urn:microsoft.com/office/officeart/2005/8/layout/orgChart1"/>
    <dgm:cxn modelId="{54553C52-4E1A-44DE-A65F-4B1F28355AD2}" type="presOf" srcId="{F44D991E-53D6-4EE9-9E93-34A83D652D77}" destId="{59818CD7-0113-4E9C-A1FE-5DB66DD333EA}" srcOrd="0" destOrd="0" presId="urn:microsoft.com/office/officeart/2005/8/layout/orgChart1"/>
    <dgm:cxn modelId="{F0E87D76-F77E-41DF-8D3D-D16E2117D61A}" type="presOf" srcId="{7FA2A298-08BB-4378-A2C7-163E9E5DFB57}" destId="{35E43FF1-ED86-42A9-A1FE-54CA51198A61}" srcOrd="1" destOrd="0" presId="urn:microsoft.com/office/officeart/2005/8/layout/orgChart1"/>
    <dgm:cxn modelId="{26B8EB56-5856-44F2-9C61-BDCE301128F1}" type="presOf" srcId="{C6E26882-E870-4F8D-B94E-93A0716AD7AC}" destId="{FB449621-3622-49C5-A7D2-B23794588592}" srcOrd="0" destOrd="0" presId="urn:microsoft.com/office/officeart/2005/8/layout/orgChart1"/>
    <dgm:cxn modelId="{C33D5A7B-1D63-48B8-8F1E-44EDE55D9F8B}" srcId="{CADF0CBE-AD52-4A97-B137-1855B7A2D765}" destId="{F44D991E-53D6-4EE9-9E93-34A83D652D77}" srcOrd="2" destOrd="0" parTransId="{DFEE270B-2181-446A-9AF8-020BBCAF7A43}" sibTransId="{49DB7EF5-8007-4C57-8E4A-84B89903A40B}"/>
    <dgm:cxn modelId="{0D902C7D-44D2-4259-8DBA-6A3DB9AF89EF}" srcId="{CADF0CBE-AD52-4A97-B137-1855B7A2D765}" destId="{7FA2A298-08BB-4378-A2C7-163E9E5DFB57}" srcOrd="0" destOrd="0" parTransId="{3F9A058C-F4BD-4C21-B72A-186FD6DBB43E}" sibTransId="{F82A0B38-855C-4CD3-846D-A6E7F44A1C9B}"/>
    <dgm:cxn modelId="{9150C882-5247-49CA-9C78-F528A592E485}" srcId="{CADF0CBE-AD52-4A97-B137-1855B7A2D765}" destId="{DDE9F7DB-87FF-4722-BA02-204E4CFB2C1F}" srcOrd="3" destOrd="0" parTransId="{C6E26882-E870-4F8D-B94E-93A0716AD7AC}" sibTransId="{C41701A3-4A34-4DB4-9F3C-55E666C0C4CC}"/>
    <dgm:cxn modelId="{7A119884-3019-4A03-9581-6CED8538E4C7}" type="presOf" srcId="{DC7C8DC4-36F6-48DE-9EF2-A8077AD05A20}" destId="{7DFBB171-0A9D-4A93-BD97-CB9232BA5F8F}" srcOrd="0" destOrd="0" presId="urn:microsoft.com/office/officeart/2005/8/layout/orgChart1"/>
    <dgm:cxn modelId="{6DD91F95-13E9-43DD-8DA6-70DDB29D5E01}" type="presOf" srcId="{3266580B-0823-4C15-A452-3E8600DCC5A3}" destId="{03272556-94B0-4668-A0A4-1B57CD56BC3E}" srcOrd="0" destOrd="0" presId="urn:microsoft.com/office/officeart/2005/8/layout/orgChart1"/>
    <dgm:cxn modelId="{2D9618A6-B7EC-4AE1-A109-7BEEE5F59072}" type="presOf" srcId="{0E166666-4B4E-41F6-A546-D6CADF1D2622}" destId="{48C6952F-19BC-44B3-93D5-B9EB89DBB531}" srcOrd="0" destOrd="0" presId="urn:microsoft.com/office/officeart/2005/8/layout/orgChart1"/>
    <dgm:cxn modelId="{8D5B7CAA-8EF2-48FB-934B-A9C59ABDBD21}" type="presOf" srcId="{F44D991E-53D6-4EE9-9E93-34A83D652D77}" destId="{C7F7740E-AEC3-4335-A468-04EC26EA8788}" srcOrd="1" destOrd="0" presId="urn:microsoft.com/office/officeart/2005/8/layout/orgChart1"/>
    <dgm:cxn modelId="{7C348DB1-F338-4D54-933F-0132A975E374}" srcId="{CADF0CBE-AD52-4A97-B137-1855B7A2D765}" destId="{0E166666-4B4E-41F6-A546-D6CADF1D2622}" srcOrd="1" destOrd="0" parTransId="{D2386423-DBDE-4AA4-ADD7-BD4469C9DF24}" sibTransId="{5BD720F3-F726-41F2-8E4A-8925927CA4E8}"/>
    <dgm:cxn modelId="{0F92A4B2-98AC-4DF1-B221-85D9FE911DAE}" type="presOf" srcId="{DDE9F7DB-87FF-4722-BA02-204E4CFB2C1F}" destId="{79814EA9-047B-4861-9F45-FD9B95ADAE78}" srcOrd="0" destOrd="0" presId="urn:microsoft.com/office/officeart/2005/8/layout/orgChart1"/>
    <dgm:cxn modelId="{6BA0B9BC-AD91-4341-B445-D3E5AFD7E843}" type="presOf" srcId="{7FA2A298-08BB-4378-A2C7-163E9E5DFB57}" destId="{7B01BA85-AC63-4827-A9C4-3520B2497A3A}" srcOrd="0" destOrd="0" presId="urn:microsoft.com/office/officeart/2005/8/layout/orgChart1"/>
    <dgm:cxn modelId="{59CAC2D1-78D4-438F-ABAB-A28C3AE3B5AE}" type="presOf" srcId="{DDE9F7DB-87FF-4722-BA02-204E4CFB2C1F}" destId="{175AB2AE-72A1-4920-B60C-05A29EB0B4FD}" srcOrd="1" destOrd="0" presId="urn:microsoft.com/office/officeart/2005/8/layout/orgChart1"/>
    <dgm:cxn modelId="{BA2A68F5-4022-424F-9E23-E9ABF1015235}" srcId="{3266580B-0823-4C15-A452-3E8600DCC5A3}" destId="{CADF0CBE-AD52-4A97-B137-1855B7A2D765}" srcOrd="0" destOrd="0" parTransId="{8CCF4956-8887-484B-9D7D-D3446EDEA3AE}" sibTransId="{7283D2F9-51E6-4EC0-8797-F08E71991A6A}"/>
    <dgm:cxn modelId="{0CD728F8-A6E8-4E76-AA8D-F18110EE6C22}" type="presOf" srcId="{CADF0CBE-AD52-4A97-B137-1855B7A2D765}" destId="{90F36479-74F1-4721-A7B7-856C9A71E18D}" srcOrd="1" destOrd="0" presId="urn:microsoft.com/office/officeart/2005/8/layout/orgChart1"/>
    <dgm:cxn modelId="{793790F8-E103-4662-A326-CE203FA2363D}" type="presOf" srcId="{DFEE270B-2181-446A-9AF8-020BBCAF7A43}" destId="{82802346-A89C-4BA3-BE06-FE43EA375245}" srcOrd="0" destOrd="0" presId="urn:microsoft.com/office/officeart/2005/8/layout/orgChart1"/>
    <dgm:cxn modelId="{DC1F0697-0701-479D-AA84-8FA1EB28A553}" type="presParOf" srcId="{03272556-94B0-4668-A0A4-1B57CD56BC3E}" destId="{C0D8914E-46EF-4B3A-9B94-7C0162AB2351}" srcOrd="0" destOrd="0" presId="urn:microsoft.com/office/officeart/2005/8/layout/orgChart1"/>
    <dgm:cxn modelId="{CCE2EA60-CC02-49FC-A4E3-5FC949B50D21}" type="presParOf" srcId="{C0D8914E-46EF-4B3A-9B94-7C0162AB2351}" destId="{3804C3AF-8616-4CCE-B35A-1ADCDA1B2944}" srcOrd="0" destOrd="0" presId="urn:microsoft.com/office/officeart/2005/8/layout/orgChart1"/>
    <dgm:cxn modelId="{778AD428-0B7D-4186-BADD-CA1918CE43BB}" type="presParOf" srcId="{3804C3AF-8616-4CCE-B35A-1ADCDA1B2944}" destId="{38A6D1BF-4DB7-4C65-A63B-F9B3294EBBFC}" srcOrd="0" destOrd="0" presId="urn:microsoft.com/office/officeart/2005/8/layout/orgChart1"/>
    <dgm:cxn modelId="{CB35B077-EFD1-4F0F-AD31-0EDF3D12B0B7}" type="presParOf" srcId="{3804C3AF-8616-4CCE-B35A-1ADCDA1B2944}" destId="{90F36479-74F1-4721-A7B7-856C9A71E18D}" srcOrd="1" destOrd="0" presId="urn:microsoft.com/office/officeart/2005/8/layout/orgChart1"/>
    <dgm:cxn modelId="{874F8EAC-51A2-44CC-87DE-CA48C796DC6E}" type="presParOf" srcId="{C0D8914E-46EF-4B3A-9B94-7C0162AB2351}" destId="{1D1F417C-6B74-447A-9444-CA40248232DA}" srcOrd="1" destOrd="0" presId="urn:microsoft.com/office/officeart/2005/8/layout/orgChart1"/>
    <dgm:cxn modelId="{B6F9C9F4-0382-4AC7-A67C-C38C9A4D808B}" type="presParOf" srcId="{1D1F417C-6B74-447A-9444-CA40248232DA}" destId="{D329E574-1021-4F06-BD46-490431784E85}" srcOrd="0" destOrd="0" presId="urn:microsoft.com/office/officeart/2005/8/layout/orgChart1"/>
    <dgm:cxn modelId="{B74EECA9-4D7B-4751-830A-845E3BCCDB87}" type="presParOf" srcId="{1D1F417C-6B74-447A-9444-CA40248232DA}" destId="{3AD56337-3CE9-4B38-BE34-9C1F8821CF34}" srcOrd="1" destOrd="0" presId="urn:microsoft.com/office/officeart/2005/8/layout/orgChart1"/>
    <dgm:cxn modelId="{56E9044D-1490-4235-BF1F-32AE15D08CE3}" type="presParOf" srcId="{3AD56337-3CE9-4B38-BE34-9C1F8821CF34}" destId="{F0F4C34F-74D9-4FCB-8591-B8E02C324264}" srcOrd="0" destOrd="0" presId="urn:microsoft.com/office/officeart/2005/8/layout/orgChart1"/>
    <dgm:cxn modelId="{F383A932-F588-4496-BA29-BBD7C37D8D5C}" type="presParOf" srcId="{F0F4C34F-74D9-4FCB-8591-B8E02C324264}" destId="{48C6952F-19BC-44B3-93D5-B9EB89DBB531}" srcOrd="0" destOrd="0" presId="urn:microsoft.com/office/officeart/2005/8/layout/orgChart1"/>
    <dgm:cxn modelId="{981FB550-EB68-482D-880E-7837059A5BA9}" type="presParOf" srcId="{F0F4C34F-74D9-4FCB-8591-B8E02C324264}" destId="{84C3B957-9213-4067-98EE-FB50D5920ACA}" srcOrd="1" destOrd="0" presId="urn:microsoft.com/office/officeart/2005/8/layout/orgChart1"/>
    <dgm:cxn modelId="{EDCCCB51-0688-4A3A-9DFC-CC054BCCA88C}" type="presParOf" srcId="{3AD56337-3CE9-4B38-BE34-9C1F8821CF34}" destId="{3B21513A-17FC-452F-9AC6-10AF9764A6CF}" srcOrd="1" destOrd="0" presId="urn:microsoft.com/office/officeart/2005/8/layout/orgChart1"/>
    <dgm:cxn modelId="{E03B6073-023D-4518-B351-85B410D84F45}" type="presParOf" srcId="{3AD56337-3CE9-4B38-BE34-9C1F8821CF34}" destId="{E9822F75-CBAE-4157-A968-DB231D5CBC21}" srcOrd="2" destOrd="0" presId="urn:microsoft.com/office/officeart/2005/8/layout/orgChart1"/>
    <dgm:cxn modelId="{30AE2ED4-CF2B-4975-BDCB-25728F804835}" type="presParOf" srcId="{1D1F417C-6B74-447A-9444-CA40248232DA}" destId="{82802346-A89C-4BA3-BE06-FE43EA375245}" srcOrd="2" destOrd="0" presId="urn:microsoft.com/office/officeart/2005/8/layout/orgChart1"/>
    <dgm:cxn modelId="{D924916B-EFE9-487A-9059-3F24B0B6E580}" type="presParOf" srcId="{1D1F417C-6B74-447A-9444-CA40248232DA}" destId="{CD8951D2-D1DB-4997-955D-01F69C980411}" srcOrd="3" destOrd="0" presId="urn:microsoft.com/office/officeart/2005/8/layout/orgChart1"/>
    <dgm:cxn modelId="{22EE2C31-BC18-4D00-9E56-B42171B91638}" type="presParOf" srcId="{CD8951D2-D1DB-4997-955D-01F69C980411}" destId="{801E956C-8503-49F1-AFC5-4C5D75A35815}" srcOrd="0" destOrd="0" presId="urn:microsoft.com/office/officeart/2005/8/layout/orgChart1"/>
    <dgm:cxn modelId="{353ADC00-D7E9-48AB-98F6-F7A46570551F}" type="presParOf" srcId="{801E956C-8503-49F1-AFC5-4C5D75A35815}" destId="{59818CD7-0113-4E9C-A1FE-5DB66DD333EA}" srcOrd="0" destOrd="0" presId="urn:microsoft.com/office/officeart/2005/8/layout/orgChart1"/>
    <dgm:cxn modelId="{3DF7F017-EBA0-432F-923C-44E2FA0403C4}" type="presParOf" srcId="{801E956C-8503-49F1-AFC5-4C5D75A35815}" destId="{C7F7740E-AEC3-4335-A468-04EC26EA8788}" srcOrd="1" destOrd="0" presId="urn:microsoft.com/office/officeart/2005/8/layout/orgChart1"/>
    <dgm:cxn modelId="{0D6C2242-9409-4DE5-98DB-BF61FC65FBD2}" type="presParOf" srcId="{CD8951D2-D1DB-4997-955D-01F69C980411}" destId="{CAE20864-4690-4E5B-8FE3-19FAD01D45B9}" srcOrd="1" destOrd="0" presId="urn:microsoft.com/office/officeart/2005/8/layout/orgChart1"/>
    <dgm:cxn modelId="{135C27CE-C915-474F-A52D-3D4D6ACB8A26}" type="presParOf" srcId="{CD8951D2-D1DB-4997-955D-01F69C980411}" destId="{0DC17D0A-9DA2-4A17-BC41-9945ABCA36E6}" srcOrd="2" destOrd="0" presId="urn:microsoft.com/office/officeart/2005/8/layout/orgChart1"/>
    <dgm:cxn modelId="{8A99116E-BB8D-4A43-8442-721BEDD9EF80}" type="presParOf" srcId="{1D1F417C-6B74-447A-9444-CA40248232DA}" destId="{FB449621-3622-49C5-A7D2-B23794588592}" srcOrd="4" destOrd="0" presId="urn:microsoft.com/office/officeart/2005/8/layout/orgChart1"/>
    <dgm:cxn modelId="{CB5EB053-0C1F-4536-90C0-76B3539110A3}" type="presParOf" srcId="{1D1F417C-6B74-447A-9444-CA40248232DA}" destId="{0A2FC88F-C927-4661-8682-50D4766C279B}" srcOrd="5" destOrd="0" presId="urn:microsoft.com/office/officeart/2005/8/layout/orgChart1"/>
    <dgm:cxn modelId="{41E75935-4D96-476C-99EC-4C4CF945B162}" type="presParOf" srcId="{0A2FC88F-C927-4661-8682-50D4766C279B}" destId="{08991933-7A00-439A-9E11-DFE4E41404A2}" srcOrd="0" destOrd="0" presId="urn:microsoft.com/office/officeart/2005/8/layout/orgChart1"/>
    <dgm:cxn modelId="{5B5EB346-5D6D-41C8-A849-EFA56ECD7D5C}" type="presParOf" srcId="{08991933-7A00-439A-9E11-DFE4E41404A2}" destId="{79814EA9-047B-4861-9F45-FD9B95ADAE78}" srcOrd="0" destOrd="0" presId="urn:microsoft.com/office/officeart/2005/8/layout/orgChart1"/>
    <dgm:cxn modelId="{C602BD48-3275-46D0-8DA5-75DB37A24F0D}" type="presParOf" srcId="{08991933-7A00-439A-9E11-DFE4E41404A2}" destId="{175AB2AE-72A1-4920-B60C-05A29EB0B4FD}" srcOrd="1" destOrd="0" presId="urn:microsoft.com/office/officeart/2005/8/layout/orgChart1"/>
    <dgm:cxn modelId="{4DDE55D7-C7CD-4C52-BF45-98B79E5EA97A}" type="presParOf" srcId="{0A2FC88F-C927-4661-8682-50D4766C279B}" destId="{B2658481-6550-4BA8-88A4-6CFC71ABB908}" srcOrd="1" destOrd="0" presId="urn:microsoft.com/office/officeart/2005/8/layout/orgChart1"/>
    <dgm:cxn modelId="{9CD444DA-E477-4B43-8B25-F48142964A04}" type="presParOf" srcId="{0A2FC88F-C927-4661-8682-50D4766C279B}" destId="{11FC19F0-2968-4976-9D6E-D2A32A98FAFF}" srcOrd="2" destOrd="0" presId="urn:microsoft.com/office/officeart/2005/8/layout/orgChart1"/>
    <dgm:cxn modelId="{9453195C-27BF-44ED-89C4-9728D58F5535}" type="presParOf" srcId="{1D1F417C-6B74-447A-9444-CA40248232DA}" destId="{7DFBB171-0A9D-4A93-BD97-CB9232BA5F8F}" srcOrd="6" destOrd="0" presId="urn:microsoft.com/office/officeart/2005/8/layout/orgChart1"/>
    <dgm:cxn modelId="{C9E5C43D-0B61-4DFD-86E1-B9D5A693298D}" type="presParOf" srcId="{1D1F417C-6B74-447A-9444-CA40248232DA}" destId="{F5635600-21D8-4261-81E3-3154B3AE879A}" srcOrd="7" destOrd="0" presId="urn:microsoft.com/office/officeart/2005/8/layout/orgChart1"/>
    <dgm:cxn modelId="{D753AD35-A70C-4D39-A78F-B578831E9CBA}" type="presParOf" srcId="{F5635600-21D8-4261-81E3-3154B3AE879A}" destId="{6647CEF2-59F4-4DFE-ACB1-AF9E7D068010}" srcOrd="0" destOrd="0" presId="urn:microsoft.com/office/officeart/2005/8/layout/orgChart1"/>
    <dgm:cxn modelId="{34E1D2C3-2B5E-45FE-AD99-10171BD86BE5}" type="presParOf" srcId="{6647CEF2-59F4-4DFE-ACB1-AF9E7D068010}" destId="{F85CE2BE-1EBF-472A-80D9-F6B01A6B5473}" srcOrd="0" destOrd="0" presId="urn:microsoft.com/office/officeart/2005/8/layout/orgChart1"/>
    <dgm:cxn modelId="{D02544E3-5071-4649-9960-9CCFCE48B978}" type="presParOf" srcId="{6647CEF2-59F4-4DFE-ACB1-AF9E7D068010}" destId="{CD76C0C1-18E6-4462-9649-0CD3058CEE4F}" srcOrd="1" destOrd="0" presId="urn:microsoft.com/office/officeart/2005/8/layout/orgChart1"/>
    <dgm:cxn modelId="{79F940BE-969A-451E-9765-C064310F2DC8}" type="presParOf" srcId="{F5635600-21D8-4261-81E3-3154B3AE879A}" destId="{3591B6D6-C175-4DA0-9E69-3862309A1AAC}" srcOrd="1" destOrd="0" presId="urn:microsoft.com/office/officeart/2005/8/layout/orgChart1"/>
    <dgm:cxn modelId="{F006D11C-13AF-49DC-ADF4-9857F3FCEC86}" type="presParOf" srcId="{F5635600-21D8-4261-81E3-3154B3AE879A}" destId="{CD03A749-B180-4FA5-B104-9A7F0C02508B}" srcOrd="2" destOrd="0" presId="urn:microsoft.com/office/officeart/2005/8/layout/orgChart1"/>
    <dgm:cxn modelId="{1531ACA2-FF1F-4EBE-B710-2086C7582C32}" type="presParOf" srcId="{C0D8914E-46EF-4B3A-9B94-7C0162AB2351}" destId="{2ABA8B53-7EB2-4FC4-BBA2-F266201695B5}" srcOrd="2" destOrd="0" presId="urn:microsoft.com/office/officeart/2005/8/layout/orgChart1"/>
    <dgm:cxn modelId="{9C0A404B-2E28-4566-9AAA-243D653B221C}" type="presParOf" srcId="{2ABA8B53-7EB2-4FC4-BBA2-F266201695B5}" destId="{B5CC1929-5DD5-4C96-A564-6D07B94C741D}" srcOrd="0" destOrd="0" presId="urn:microsoft.com/office/officeart/2005/8/layout/orgChart1"/>
    <dgm:cxn modelId="{B8537737-292D-4CC7-8FFE-652879EDA1E5}" type="presParOf" srcId="{2ABA8B53-7EB2-4FC4-BBA2-F266201695B5}" destId="{733429EF-1D94-4317-B271-1AAC502FB1A1}" srcOrd="1" destOrd="0" presId="urn:microsoft.com/office/officeart/2005/8/layout/orgChart1"/>
    <dgm:cxn modelId="{24BAC8B4-41B5-432C-9ACE-18608C5C534F}" type="presParOf" srcId="{733429EF-1D94-4317-B271-1AAC502FB1A1}" destId="{9F6B7449-A1B6-4D36-972D-507BEE864D16}" srcOrd="0" destOrd="0" presId="urn:microsoft.com/office/officeart/2005/8/layout/orgChart1"/>
    <dgm:cxn modelId="{70B424BA-D237-4E63-A68B-53BD8780086E}" type="presParOf" srcId="{9F6B7449-A1B6-4D36-972D-507BEE864D16}" destId="{7B01BA85-AC63-4827-A9C4-3520B2497A3A}" srcOrd="0" destOrd="0" presId="urn:microsoft.com/office/officeart/2005/8/layout/orgChart1"/>
    <dgm:cxn modelId="{D7BB8668-EAFF-48CE-B5CE-0D19C10B46C6}" type="presParOf" srcId="{9F6B7449-A1B6-4D36-972D-507BEE864D16}" destId="{35E43FF1-ED86-42A9-A1FE-54CA51198A61}" srcOrd="1" destOrd="0" presId="urn:microsoft.com/office/officeart/2005/8/layout/orgChart1"/>
    <dgm:cxn modelId="{D3211ACB-1A06-42B8-9DDB-210BDC406E14}" type="presParOf" srcId="{733429EF-1D94-4317-B271-1AAC502FB1A1}" destId="{6F578BAC-AB7F-4E8C-8157-C2CA5589AA50}" srcOrd="1" destOrd="0" presId="urn:microsoft.com/office/officeart/2005/8/layout/orgChart1"/>
    <dgm:cxn modelId="{359ACCDE-24F3-4886-8F4C-CD3138DB8D98}" type="presParOf" srcId="{733429EF-1D94-4317-B271-1AAC502FB1A1}" destId="{E158C876-9DBE-41E7-B17F-5289D32685F5}"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CC1929-5DD5-4C96-A564-6D07B94C741D}">
      <dsp:nvSpPr>
        <dsp:cNvPr id="0" name=""/>
        <dsp:cNvSpPr/>
      </dsp:nvSpPr>
      <dsp:spPr>
        <a:xfrm>
          <a:off x="2942580" y="1024025"/>
          <a:ext cx="139654" cy="611819"/>
        </a:xfrm>
        <a:custGeom>
          <a:avLst/>
          <a:gdLst/>
          <a:ahLst/>
          <a:cxnLst/>
          <a:rect l="0" t="0" r="0" b="0"/>
          <a:pathLst>
            <a:path>
              <a:moveTo>
                <a:pt x="139654" y="0"/>
              </a:moveTo>
              <a:lnTo>
                <a:pt x="139654" y="611819"/>
              </a:lnTo>
              <a:lnTo>
                <a:pt x="0" y="611819"/>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FBB171-0A9D-4A93-BD97-CB9232BA5F8F}">
      <dsp:nvSpPr>
        <dsp:cNvPr id="0" name=""/>
        <dsp:cNvSpPr/>
      </dsp:nvSpPr>
      <dsp:spPr>
        <a:xfrm>
          <a:off x="3082235" y="1024025"/>
          <a:ext cx="2414025" cy="1223638"/>
        </a:xfrm>
        <a:custGeom>
          <a:avLst/>
          <a:gdLst/>
          <a:ahLst/>
          <a:cxnLst/>
          <a:rect l="0" t="0" r="0" b="0"/>
          <a:pathLst>
            <a:path>
              <a:moveTo>
                <a:pt x="0" y="0"/>
              </a:moveTo>
              <a:lnTo>
                <a:pt x="0" y="1083983"/>
              </a:lnTo>
              <a:lnTo>
                <a:pt x="2414025" y="1083983"/>
              </a:lnTo>
              <a:lnTo>
                <a:pt x="2414025" y="12236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B449621-3622-49C5-A7D2-B23794588592}">
      <dsp:nvSpPr>
        <dsp:cNvPr id="0" name=""/>
        <dsp:cNvSpPr/>
      </dsp:nvSpPr>
      <dsp:spPr>
        <a:xfrm>
          <a:off x="3082235" y="1024025"/>
          <a:ext cx="804675" cy="1223638"/>
        </a:xfrm>
        <a:custGeom>
          <a:avLst/>
          <a:gdLst/>
          <a:ahLst/>
          <a:cxnLst/>
          <a:rect l="0" t="0" r="0" b="0"/>
          <a:pathLst>
            <a:path>
              <a:moveTo>
                <a:pt x="0" y="0"/>
              </a:moveTo>
              <a:lnTo>
                <a:pt x="0" y="1083983"/>
              </a:lnTo>
              <a:lnTo>
                <a:pt x="804675" y="1083983"/>
              </a:lnTo>
              <a:lnTo>
                <a:pt x="804675" y="12236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2802346-A89C-4BA3-BE06-FE43EA375245}">
      <dsp:nvSpPr>
        <dsp:cNvPr id="0" name=""/>
        <dsp:cNvSpPr/>
      </dsp:nvSpPr>
      <dsp:spPr>
        <a:xfrm>
          <a:off x="2277559" y="1024025"/>
          <a:ext cx="804675" cy="1223638"/>
        </a:xfrm>
        <a:custGeom>
          <a:avLst/>
          <a:gdLst/>
          <a:ahLst/>
          <a:cxnLst/>
          <a:rect l="0" t="0" r="0" b="0"/>
          <a:pathLst>
            <a:path>
              <a:moveTo>
                <a:pt x="804675" y="0"/>
              </a:moveTo>
              <a:lnTo>
                <a:pt x="804675" y="1083983"/>
              </a:lnTo>
              <a:lnTo>
                <a:pt x="0" y="1083983"/>
              </a:lnTo>
              <a:lnTo>
                <a:pt x="0" y="12236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29E574-1021-4F06-BD46-490431784E85}">
      <dsp:nvSpPr>
        <dsp:cNvPr id="0" name=""/>
        <dsp:cNvSpPr/>
      </dsp:nvSpPr>
      <dsp:spPr>
        <a:xfrm>
          <a:off x="668209" y="1024025"/>
          <a:ext cx="2414025" cy="1223638"/>
        </a:xfrm>
        <a:custGeom>
          <a:avLst/>
          <a:gdLst/>
          <a:ahLst/>
          <a:cxnLst/>
          <a:rect l="0" t="0" r="0" b="0"/>
          <a:pathLst>
            <a:path>
              <a:moveTo>
                <a:pt x="2414025" y="0"/>
              </a:moveTo>
              <a:lnTo>
                <a:pt x="2414025" y="1083983"/>
              </a:lnTo>
              <a:lnTo>
                <a:pt x="0" y="1083983"/>
              </a:lnTo>
              <a:lnTo>
                <a:pt x="0" y="1223638"/>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8A6D1BF-4DB7-4C65-A63B-F9B3294EBBFC}">
      <dsp:nvSpPr>
        <dsp:cNvPr id="0" name=""/>
        <dsp:cNvSpPr/>
      </dsp:nvSpPr>
      <dsp:spPr>
        <a:xfrm>
          <a:off x="2417214" y="359005"/>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Board Office</a:t>
          </a:r>
        </a:p>
      </dsp:txBody>
      <dsp:txXfrm>
        <a:off x="2417214" y="359005"/>
        <a:ext cx="1330041" cy="665020"/>
      </dsp:txXfrm>
    </dsp:sp>
    <dsp:sp modelId="{48C6952F-19BC-44B3-93D5-B9EB89DBB531}">
      <dsp:nvSpPr>
        <dsp:cNvPr id="0" name=""/>
        <dsp:cNvSpPr/>
      </dsp:nvSpPr>
      <dsp:spPr>
        <a:xfrm>
          <a:off x="3188" y="2247664"/>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Front Desk &amp; Administration</a:t>
          </a:r>
        </a:p>
      </dsp:txBody>
      <dsp:txXfrm>
        <a:off x="3188" y="2247664"/>
        <a:ext cx="1330041" cy="665020"/>
      </dsp:txXfrm>
    </dsp:sp>
    <dsp:sp modelId="{59818CD7-0113-4E9C-A1FE-5DB66DD333EA}">
      <dsp:nvSpPr>
        <dsp:cNvPr id="0" name=""/>
        <dsp:cNvSpPr/>
      </dsp:nvSpPr>
      <dsp:spPr>
        <a:xfrm>
          <a:off x="1612539" y="2247664"/>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Operations &amp; Coordination Office</a:t>
          </a:r>
        </a:p>
      </dsp:txBody>
      <dsp:txXfrm>
        <a:off x="1612539" y="2247664"/>
        <a:ext cx="1330041" cy="665020"/>
      </dsp:txXfrm>
    </dsp:sp>
    <dsp:sp modelId="{79814EA9-047B-4861-9F45-FD9B95ADAE78}">
      <dsp:nvSpPr>
        <dsp:cNvPr id="0" name=""/>
        <dsp:cNvSpPr/>
      </dsp:nvSpPr>
      <dsp:spPr>
        <a:xfrm>
          <a:off x="3221889" y="2247664"/>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Finance &amp; Administrative Support</a:t>
          </a:r>
        </a:p>
      </dsp:txBody>
      <dsp:txXfrm>
        <a:off x="3221889" y="2247664"/>
        <a:ext cx="1330041" cy="665020"/>
      </dsp:txXfrm>
    </dsp:sp>
    <dsp:sp modelId="{F85CE2BE-1EBF-472A-80D9-F6B01A6B5473}">
      <dsp:nvSpPr>
        <dsp:cNvPr id="0" name=""/>
        <dsp:cNvSpPr/>
      </dsp:nvSpPr>
      <dsp:spPr>
        <a:xfrm>
          <a:off x="4831239" y="2247664"/>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Font typeface="Arial" panose="020B0604020202020204" pitchFamily="34" charset="0"/>
            <a:buNone/>
          </a:pPr>
          <a:r>
            <a:rPr lang="en-US" sz="1600" b="1" kern="1200" dirty="0"/>
            <a:t>Customer &amp; Technical Support</a:t>
          </a:r>
          <a:endParaRPr lang="en-US" sz="1600" kern="1200" dirty="0"/>
        </a:p>
      </dsp:txBody>
      <dsp:txXfrm>
        <a:off x="4831239" y="2247664"/>
        <a:ext cx="1330041" cy="665020"/>
      </dsp:txXfrm>
    </dsp:sp>
    <dsp:sp modelId="{7B01BA85-AC63-4827-A9C4-3520B2497A3A}">
      <dsp:nvSpPr>
        <dsp:cNvPr id="0" name=""/>
        <dsp:cNvSpPr/>
      </dsp:nvSpPr>
      <dsp:spPr>
        <a:xfrm>
          <a:off x="1612539" y="1303334"/>
          <a:ext cx="1330041" cy="665020"/>
        </a:xfrm>
        <a:prstGeom prst="rect">
          <a:avLst/>
        </a:prstGeom>
        <a:no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160" tIns="10160" rIns="10160" bIns="10160" numCol="1" spcCol="1270" anchor="ctr" anchorCtr="0">
          <a:noAutofit/>
        </a:bodyPr>
        <a:lstStyle/>
        <a:p>
          <a:pPr marL="0" lvl="0" indent="0" algn="ctr" defTabSz="711200">
            <a:lnSpc>
              <a:spcPct val="90000"/>
            </a:lnSpc>
            <a:spcBef>
              <a:spcPct val="0"/>
            </a:spcBef>
            <a:spcAft>
              <a:spcPct val="35000"/>
            </a:spcAft>
            <a:buNone/>
          </a:pPr>
          <a:r>
            <a:rPr lang="en-US" sz="1600" kern="1200" dirty="0"/>
            <a:t>Executive Office</a:t>
          </a:r>
        </a:p>
      </dsp:txBody>
      <dsp:txXfrm>
        <a:off x="1612539" y="1303334"/>
        <a:ext cx="1330041" cy="665020"/>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jpeg"/><Relationship Id="rId3" Type="http://schemas.openxmlformats.org/officeDocument/2006/relationships/image" Target="../media/image3.jpeg"/><Relationship Id="rId4" Type="http://schemas.openxmlformats.org/officeDocument/2006/relationships/diagramData" Target="../diagrams/data1.xml"/><Relationship Id="rId5" Type="http://schemas.openxmlformats.org/officeDocument/2006/relationships/diagramLayout" Target="../diagrams/layout1.xml"/><Relationship Id="rId6" Type="http://schemas.openxmlformats.org/officeDocument/2006/relationships/diagramQuickStyle" Target="../diagrams/quickStyle1.xml"/><Relationship Id="rId7" Type="http://schemas.openxmlformats.org/officeDocument/2006/relationships/diagramColors" Target="../diagrams/colors1.xml"/><Relationship Id="rId8" Type="http://schemas.microsoft.com/office/2007/relationships/diagramDrawing" Target="../diagrams/drawing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image" Target="../media/image6.jpeg"/><Relationship Id="rId4" Type="http://schemas.openxmlformats.org/officeDocument/2006/relationships/image" Target="../media/image7.jpeg"/><Relationship Id="rId5"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image" Target="../media/image10.jpeg"/><Relationship Id="rId4" Type="http://schemas.openxmlformats.org/officeDocument/2006/relationships/image" Target="../media/image11.jpeg"/><Relationship Id="rId5" Type="http://schemas.openxmlformats.org/officeDocument/2006/relationships/image" Target="../media/image12.png"/><Relationship Id="rId6" Type="http://schemas.openxmlformats.org/officeDocument/2006/relationships/image" Target="../media/image13.png"/><Relationship Id="rId7" Type="http://schemas.openxmlformats.org/officeDocument/2006/relationships/image" Target="../media/image14.png"/><Relationship Id="rId8" Type="http://schemas.openxmlformats.org/officeDocument/2006/relationships/image" Target="../media/image15.png"/><Relationship Id="rId9" Type="http://schemas.openxmlformats.org/officeDocument/2006/relationships/image" Target="../media/image16.png"/><Relationship Id="rId10"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 Id="rId3"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jpeg"/><Relationship Id="rId3" Type="http://schemas.openxmlformats.org/officeDocument/2006/relationships/image" Target="../media/image22.jpeg"/><Relationship Id="rId4" Type="http://schemas.openxmlformats.org/officeDocument/2006/relationships/image" Target="../media/image23.jpeg"/><Relationship Id="rId5"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jpeg"/><Relationship Id="rId3" Type="http://schemas.openxmlformats.org/officeDocument/2006/relationships/image" Target="../media/image26.jpeg"/><Relationship Id="rId4" Type="http://schemas.openxmlformats.org/officeDocument/2006/relationships/image" Target="../media/image27.jpeg"/><Relationship Id="rId5" Type="http://schemas.openxmlformats.org/officeDocument/2006/relationships/image" Target="../media/image28.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9.png"/><Relationship Id="rId3" Type="http://schemas.openxmlformats.org/officeDocument/2006/relationships/image" Target="../media/image30.png"/><Relationship Id="rId4" Type="http://schemas.openxmlformats.org/officeDocument/2006/relationships/image" Target="../media/image3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2.png"/><Relationship Id="rId3"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3.jpeg"/><Relationship Id="rId3" Type="http://schemas.openxmlformats.org/officeDocument/2006/relationships/image" Target="../media/image34.jpeg"/><Relationship Id="rId4" Type="http://schemas.openxmlformats.org/officeDocument/2006/relationships/image" Target="../media/image35.jpeg"/><Relationship Id="rId5" Type="http://schemas.openxmlformats.org/officeDocument/2006/relationships/image" Target="../media/image36.jpe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8.png"/><Relationship Id="rId3" Type="http://schemas.openxmlformats.org/officeDocument/2006/relationships/image" Target="../media/image2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39.png"/><Relationship Id="rId3" Type="http://schemas.openxmlformats.org/officeDocument/2006/relationships/image" Target="../media/image40.png"/><Relationship Id="rId4" Type="http://schemas.openxmlformats.org/officeDocument/2006/relationships/image" Target="../media/image41.png"/><Relationship Id="rId5"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3.png"/><Relationship Id="rId3" Type="http://schemas.openxmlformats.org/officeDocument/2006/relationships/image" Target="../media/image44.jpeg"/><Relationship Id="rId4" Type="http://schemas.openxmlformats.org/officeDocument/2006/relationships/image" Target="../media/image45.jpeg"/><Relationship Id="rId5" Type="http://schemas.openxmlformats.org/officeDocument/2006/relationships/image" Target="../media/image46.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7.jpeg"/><Relationship Id="rId3" Type="http://schemas.openxmlformats.org/officeDocument/2006/relationships/image" Target="../media/image48.jpeg"/><Relationship Id="rId4" Type="http://schemas.openxmlformats.org/officeDocument/2006/relationships/image" Target="../media/image49.jpeg"/><Relationship Id="rId5" Type="http://schemas.openxmlformats.org/officeDocument/2006/relationships/image" Target="../media/image50.jpeg"/><Relationship Id="rId6" Type="http://schemas.openxmlformats.org/officeDocument/2006/relationships/image" Target="../media/image51.jpeg"/><Relationship Id="rId7" Type="http://schemas.openxmlformats.org/officeDocument/2006/relationships/image" Target="../media/image52.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3.jpeg"/><Relationship Id="rId3" Type="http://schemas.openxmlformats.org/officeDocument/2006/relationships/image" Target="../media/image54.jpeg"/><Relationship Id="rId4" Type="http://schemas.openxmlformats.org/officeDocument/2006/relationships/image" Target="../media/image55.png"/><Relationship Id="rId5" Type="http://schemas.openxmlformats.org/officeDocument/2006/relationships/image" Target="../media/image56.png"/><Relationship Id="rId6" Type="http://schemas.openxmlformats.org/officeDocument/2006/relationships/image" Target="../media/image57.png"/><Relationship Id="rId7" Type="http://schemas.openxmlformats.org/officeDocument/2006/relationships/image" Target="../media/image58.png"/><Relationship Id="rId8" Type="http://schemas.openxmlformats.org/officeDocument/2006/relationships/image" Target="../media/image59.png"/><Relationship Id="rId9" Type="http://schemas.openxmlformats.org/officeDocument/2006/relationships/image" Target="../media/image60.png"/><Relationship Id="rId10" Type="http://schemas.openxmlformats.org/officeDocument/2006/relationships/image" Target="../media/image61.png"/><Relationship Id="rId11" Type="http://schemas.openxmlformats.org/officeDocument/2006/relationships/image" Target="../media/image62.png"/><Relationship Id="rId12" Type="http://schemas.openxmlformats.org/officeDocument/2006/relationships/image" Target="../media/image63.png"/><Relationship Id="rId13" Type="http://schemas.openxmlformats.org/officeDocument/2006/relationships/image" Target="../media/image64.png"/><Relationship Id="rId14" Type="http://schemas.openxmlformats.org/officeDocument/2006/relationships/image" Target="../media/image65.png"/><Relationship Id="rId15" Type="http://schemas.openxmlformats.org/officeDocument/2006/relationships/image" Target="../media/image66.png"/><Relationship Id="rId16" Type="http://schemas.openxmlformats.org/officeDocument/2006/relationships/image" Target="../media/image67.png"/><Relationship Id="rId17" Type="http://schemas.openxmlformats.org/officeDocument/2006/relationships/image" Target="../media/image68.png"/><Relationship Id="rId18" Type="http://schemas.openxmlformats.org/officeDocument/2006/relationships/image" Target="../media/image69.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0.png"/><Relationship Id="rId3" Type="http://schemas.openxmlformats.org/officeDocument/2006/relationships/image" Target="../media/image71.jpeg"/><Relationship Id="rId4" Type="http://schemas.openxmlformats.org/officeDocument/2006/relationships/image" Target="../media/image72.jpeg"/><Relationship Id="rId5" Type="http://schemas.openxmlformats.org/officeDocument/2006/relationships/image" Target="../media/image73.jpeg"/><Relationship Id="rId6" Type="http://schemas.openxmlformats.org/officeDocument/2006/relationships/image" Target="../media/image74.jpeg"/><Relationship Id="rId7" Type="http://schemas.openxmlformats.org/officeDocument/2006/relationships/image" Target="../media/image75.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6.jpeg"/><Relationship Id="rId3" Type="http://schemas.openxmlformats.org/officeDocument/2006/relationships/image" Target="../media/image77.png"/><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 Id="rId8" Type="http://schemas.openxmlformats.org/officeDocument/2006/relationships/image" Target="../media/image82.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2"/>
          <a:stretch>
            <a:fillRect/>
          </a:stretch>
        </p:blipFill>
        <p:spPr>
          <a:xfrm rot="21600000">
            <a:off x="0" y="0"/>
            <a:ext cx="12192000" cy="6856476"/>
          </a:xfrm>
          <a:prstGeom prst="rect">
            <a:avLst/>
          </a:prstGeom>
        </p:spPr>
      </p:pic>
      <p:sp>
        <p:nvSpPr>
          <p:cNvPr id="4" name="textbox 4"/>
          <p:cNvSpPr/>
          <p:nvPr/>
        </p:nvSpPr>
        <p:spPr>
          <a:xfrm>
            <a:off x="5682934" y="6322563"/>
            <a:ext cx="255904" cy="331470"/>
          </a:xfrm>
          <a:prstGeom prst="rect">
            <a:avLst/>
          </a:prstGeom>
          <a:noFill/>
          <a:ln w="0" cap="flat">
            <a:noFill/>
            <a:prstDash val="solid"/>
            <a:miter lim="0"/>
          </a:ln>
        </p:spPr>
        <p:txBody>
          <a:bodyPr vert="horz" wrap="square" lIns="0" tIns="0" rIns="0" bIns="0"/>
          <a:lstStyle/>
          <a:p>
            <a:pPr algn="l" rtl="0" eaLnBrk="0">
              <a:lnSpc>
                <a:spcPct val="87347"/>
              </a:lnSpc>
              <a:tabLst/>
            </a:pPr>
            <a:endParaRPr sz="100" dirty="0">
              <a:latin typeface="Arial"/>
              <a:ea typeface="Arial"/>
              <a:cs typeface="Arial"/>
            </a:endParaRPr>
          </a:p>
          <a:p>
            <a:pPr marL="12700" algn="l" rtl="0" eaLnBrk="0">
              <a:lnSpc>
                <a:spcPct val="77000"/>
              </a:lnSpc>
              <a:tabLst/>
            </a:pPr>
            <a:r>
              <a:rPr sz="2600" b="1" kern="0" spc="-20" dirty="0">
                <a:solidFill>
                  <a:srgbClr val="FFFFFF">
                    <a:alpha val="100000"/>
                  </a:srgbClr>
                </a:solidFill>
                <a:latin typeface="Microsoft YaHei"/>
                <a:ea typeface="Microsoft YaHei"/>
                <a:cs typeface="Microsoft YaHei"/>
              </a:rPr>
              <a:t>X</a:t>
            </a:r>
            <a:endParaRPr sz="2600" dirty="0">
              <a:latin typeface="Microsoft YaHei"/>
              <a:ea typeface="Microsoft YaHei"/>
              <a:cs typeface="Microsoft YaHe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 6"/>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8" name="textbox 8"/>
          <p:cNvSpPr/>
          <p:nvPr/>
        </p:nvSpPr>
        <p:spPr>
          <a:xfrm>
            <a:off x="-12700" y="270764"/>
            <a:ext cx="5479285" cy="6303772"/>
          </a:xfrm>
          <a:prstGeom prst="rect">
            <a:avLst/>
          </a:prstGeom>
          <a:noFill/>
          <a:ln w="0" cap="flat">
            <a:noFill/>
            <a:prstDash val="solid"/>
            <a:miter lim="0"/>
          </a:ln>
        </p:spPr>
        <p:txBody>
          <a:bodyPr vert="horz" wrap="square" lIns="0" tIns="0" rIns="0" bIns="0"/>
          <a:lstStyle/>
          <a:p>
            <a:pPr algn="l" rtl="0" eaLnBrk="0">
              <a:lnSpc>
                <a:spcPct val="195000"/>
              </a:lnSpc>
              <a:tabLst/>
            </a:pPr>
            <a:endParaRPr sz="100" dirty="0">
              <a:latin typeface="Arial"/>
              <a:ea typeface="Arial"/>
              <a:cs typeface="Arial"/>
            </a:endParaRPr>
          </a:p>
          <a:p>
            <a:pPr marL="617219" algn="l" rtl="0" eaLnBrk="0">
              <a:lnSpc>
                <a:spcPts val="4227"/>
              </a:lnSpc>
              <a:tabLst>
                <a:tab pos="841375" algn="l"/>
              </a:tabLst>
            </a:pPr>
            <a:r>
              <a:rPr sz="3200" b="1" kern="0" spc="0" dirty="0">
                <a:solidFill>
                  <a:srgbClr val="FFFFFF">
                    <a:alpha val="100000"/>
                  </a:srgbClr>
                </a:solidFill>
                <a:latin typeface="Microsoft YaHei"/>
                <a:ea typeface="Microsoft YaHei"/>
                <a:cs typeface="Microsoft YaHei"/>
              </a:rPr>
              <a:t>Presentación de la Empresa</a:t>
            </a:r>
            <a:r>
              <a:rPr sz="3200" b="1" kern="0" spc="-4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marL="404813" algn="l" rtl="0" eaLnBrk="0">
              <a:lnSpc>
                <a:spcPts val="1978"/>
              </a:lnSpc>
              <a:spcBef>
                <a:spcPts val="458"/>
              </a:spcBef>
              <a:tabLst/>
            </a:pPr>
            <a:r>
              <a:rPr lang="en-GB" sz="1500" b="1" kern="0" spc="20" dirty="0">
                <a:solidFill>
                  <a:schemeClr val="bg1"/>
                </a:solidFill>
                <a:latin typeface="Microsoft YaHei"/>
                <a:ea typeface="Microsoft YaHei"/>
                <a:cs typeface="Microsoft YaHei"/>
              </a:rPr>
              <a:t>Ningbo Wan Cheng Intelligent Technology Co., Ltd. está especializada en robótica avanzada para la limpieza de piscinas. Fundada en 2024 y reconocida como Empresa de Alta Tecnología, tiene su sede central en Ningbo, Zhejiang, con delegaciones en toda China.</a:t>
            </a:r>
          </a:p>
          <a:p>
            <a:pPr marL="404813" algn="l" rtl="0" eaLnBrk="0">
              <a:lnSpc>
                <a:spcPts val="1978"/>
              </a:lnSpc>
              <a:spcBef>
                <a:spcPts val="458"/>
              </a:spcBef>
              <a:tabLst/>
            </a:pPr>
            <a:endParaRPr sz="1500" dirty="0">
              <a:solidFill>
                <a:schemeClr val="bg1"/>
              </a:solidFill>
              <a:latin typeface="Microsoft YaHei"/>
              <a:ea typeface="Microsoft YaHei"/>
              <a:cs typeface="Microsoft YaHei"/>
            </a:endParaRPr>
          </a:p>
          <a:p>
            <a:pPr marL="404813" algn="l" rtl="0" eaLnBrk="0">
              <a:lnSpc>
                <a:spcPct val="120000"/>
              </a:lnSpc>
              <a:spcBef>
                <a:spcPts val="454"/>
              </a:spcBef>
              <a:tabLst/>
            </a:pPr>
            <a:r>
              <a:rPr lang="en-GB" sz="1500" b="1" kern="0" spc="20" dirty="0">
                <a:solidFill>
                  <a:schemeClr val="bg1"/>
                </a:solidFill>
                <a:latin typeface="Microsoft YaHei"/>
                <a:ea typeface="Microsoft YaHei"/>
                <a:cs typeface="Microsoft YaHei"/>
              </a:rPr>
              <a:t>Integrando tecnología internacional de vanguardia con sólidas capacidades de ingeniería, Wan Cheng refuerza su competitividad y ofrece soluciones fiables y de alto rendimiento.</a:t>
            </a:r>
          </a:p>
          <a:p>
            <a:pPr marL="404813" algn="l" rtl="0" eaLnBrk="0">
              <a:lnSpc>
                <a:spcPct val="120000"/>
              </a:lnSpc>
              <a:spcBef>
                <a:spcPts val="454"/>
              </a:spcBef>
              <a:tabLst/>
            </a:pPr>
            <a:endParaRPr lang="en-GB" sz="1500" b="1" kern="0" spc="20" dirty="0">
              <a:solidFill>
                <a:schemeClr val="bg1"/>
              </a:solidFill>
              <a:latin typeface="Microsoft YaHei"/>
              <a:ea typeface="Microsoft YaHei"/>
              <a:cs typeface="Microsoft YaHei"/>
            </a:endParaRPr>
          </a:p>
          <a:p>
            <a:pPr marL="404813" algn="l" rtl="0" eaLnBrk="0">
              <a:lnSpc>
                <a:spcPct val="120000"/>
              </a:lnSpc>
              <a:spcBef>
                <a:spcPts val="454"/>
              </a:spcBef>
              <a:tabLst/>
            </a:pPr>
            <a:r>
              <a:rPr lang="en-GB" sz="1500" b="1" kern="0" spc="20" dirty="0">
                <a:solidFill>
                  <a:schemeClr val="bg1"/>
                </a:solidFill>
                <a:latin typeface="Microsoft YaHei"/>
                <a:ea typeface="Microsoft YaHei"/>
                <a:cs typeface="Microsoft YaHei"/>
              </a:rPr>
              <a:t>Con más de una década de experiencia en el desarrollo de robots limpiapiscinas, la empresa colabora estrechamente con un consultor técnico español para perfeccionar continuamente sus productos, garantizando una calidad excepcional, un servicio fiable y una excelente relación calidad-precio.</a:t>
            </a:r>
          </a:p>
        </p:txBody>
      </p:sp>
      <p:sp>
        <p:nvSpPr>
          <p:cNvPr id="10" name="path 10"/>
          <p:cNvSpPr/>
          <p:nvPr/>
        </p:nvSpPr>
        <p:spPr>
          <a:xfrm>
            <a:off x="0" y="283464"/>
            <a:ext cx="605027" cy="542544"/>
          </a:xfrm>
          <a:custGeom>
            <a:avLst/>
            <a:gdLst/>
            <a:ahLst/>
            <a:cxnLst/>
            <a:rect l="0" t="0" r="0" b="0"/>
            <a:pathLst>
              <a:path w="952" h="854">
                <a:moveTo>
                  <a:pt x="952" y="0"/>
                </a:moveTo>
                <a:lnTo>
                  <a:pt x="0" y="0"/>
                </a:lnTo>
                <a:lnTo>
                  <a:pt x="0" y="854"/>
                </a:lnTo>
                <a:lnTo>
                  <a:pt x="739" y="854"/>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16" name="picture 16"/>
          <p:cNvPicPr>
            <a:picLocks noChangeAspect="1"/>
          </p:cNvPicPr>
          <p:nvPr/>
        </p:nvPicPr>
        <p:blipFill>
          <a:blip r:embed="rId2"/>
          <a:stretch>
            <a:fillRect/>
          </a:stretch>
        </p:blipFill>
        <p:spPr>
          <a:xfrm rot="21600000">
            <a:off x="5999988" y="4274820"/>
            <a:ext cx="2744723" cy="1763267"/>
          </a:xfrm>
          <a:prstGeom prst="rect">
            <a:avLst/>
          </a:prstGeom>
        </p:spPr>
      </p:pic>
      <p:pic>
        <p:nvPicPr>
          <p:cNvPr id="18" name="picture 18"/>
          <p:cNvPicPr>
            <a:picLocks noChangeAspect="1"/>
          </p:cNvPicPr>
          <p:nvPr/>
        </p:nvPicPr>
        <p:blipFill>
          <a:blip r:embed="rId3"/>
          <a:stretch>
            <a:fillRect/>
          </a:stretch>
        </p:blipFill>
        <p:spPr>
          <a:xfrm rot="21600000">
            <a:off x="9183623" y="4274820"/>
            <a:ext cx="2729483" cy="1763267"/>
          </a:xfrm>
          <a:prstGeom prst="rect">
            <a:avLst/>
          </a:prstGeom>
        </p:spPr>
      </p:pic>
      <p:sp>
        <p:nvSpPr>
          <p:cNvPr id="3" name="TextBox 2">
            <a:extLst>
              <a:ext uri="{FF2B5EF4-FFF2-40B4-BE49-F238E27FC236}">
                <a16:creationId xmlns:a16="http://schemas.microsoft.com/office/drawing/2014/main" id="{F234BE4C-8D56-31C1-46DC-B2F90B646E2E}"/>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graphicFrame>
        <p:nvGraphicFramePr>
          <p:cNvPr id="4" name="Diagram 3">
            <a:extLst>
              <a:ext uri="{FF2B5EF4-FFF2-40B4-BE49-F238E27FC236}">
                <a16:creationId xmlns:a16="http://schemas.microsoft.com/office/drawing/2014/main" id="{254D302F-7699-8A7E-E059-DE6B97F9F11E}"/>
              </a:ext>
            </a:extLst>
          </p:cNvPr>
          <p:cNvGraphicFramePr/>
          <p:nvPr>
            <p:extLst>
              <p:ext uri="{D42A27DB-BD31-4B8C-83A1-F6EECF244321}">
                <p14:modId xmlns:p14="http://schemas.microsoft.com/office/powerpoint/2010/main" val="581928077"/>
              </p:ext>
            </p:extLst>
          </p:nvPr>
        </p:nvGraphicFramePr>
        <p:xfrm>
          <a:off x="5751927" y="688918"/>
          <a:ext cx="6164470" cy="32716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rect 24"/>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26" name="textbox 26"/>
          <p:cNvSpPr/>
          <p:nvPr/>
        </p:nvSpPr>
        <p:spPr>
          <a:xfrm>
            <a:off x="-12700" y="270764"/>
            <a:ext cx="7025005" cy="6429375"/>
          </a:xfrm>
          <a:prstGeom prst="rect">
            <a:avLst/>
          </a:prstGeom>
          <a:noFill/>
          <a:ln w="0" cap="flat">
            <a:noFill/>
            <a:prstDash val="solid"/>
            <a:miter lim="0"/>
          </a:ln>
        </p:spPr>
        <p:txBody>
          <a:bodyPr vert="horz" wrap="square" lIns="0" tIns="0" rIns="0" bIns="0"/>
          <a:lstStyle/>
          <a:p>
            <a:pPr algn="l" rtl="0" eaLnBrk="0">
              <a:lnSpc>
                <a:spcPct val="108000"/>
              </a:lnSpc>
              <a:tabLst/>
            </a:pPr>
            <a:endParaRPr sz="1000" dirty="0">
              <a:latin typeface="Arial"/>
              <a:ea typeface="Arial"/>
              <a:cs typeface="Arial"/>
            </a:endParaRPr>
          </a:p>
          <a:p>
            <a:pPr marL="617219" algn="l" rtl="0" eaLnBrk="0">
              <a:lnSpc>
                <a:spcPct val="89000"/>
              </a:lnSpc>
              <a:spcBef>
                <a:spcPts val="3"/>
              </a:spcBef>
              <a:tabLst>
                <a:tab pos="633413" algn="l"/>
              </a:tabLst>
            </a:pPr>
            <a:r>
              <a:rPr sz="2800" b="1" kern="0" spc="0" dirty="0">
                <a:solidFill>
                  <a:srgbClr val="FFFFFF">
                    <a:alpha val="100000"/>
                  </a:srgbClr>
                </a:solidFill>
                <a:latin typeface="Microsoft YaHei"/>
                <a:ea typeface="Microsoft YaHei"/>
                <a:cs typeface="Microsoft YaHei"/>
              </a:rPr>
              <a:t>Centro de Fabricación Inteligente de Primer Nivel</a:t>
            </a:r>
            <a:r>
              <a:rPr lang="en-GB" sz="2800" b="1" kern="0" spc="-80" dirty="0">
                <a:solidFill>
                  <a:srgbClr val="FFFFFF">
                    <a:alpha val="100000"/>
                  </a:srgbClr>
                </a:solidFill>
                <a:latin typeface="Microsoft YaHei"/>
                <a:ea typeface="Microsoft YaHei"/>
                <a:cs typeface="Microsoft YaHei"/>
              </a:rPr>
              <a:t/>
            </a:r>
            <a:r>
              <a:rPr lang="en-GB" sz="2800" b="1" kern="0" spc="-80" dirty="0" err="1">
                <a:solidFill>
                  <a:srgbClr val="FFFFFF">
                    <a:alpha val="100000"/>
                  </a:srgbClr>
                </a:solidFill>
                <a:latin typeface="Microsoft YaHei"/>
                <a:ea typeface="Microsoft YaHei"/>
                <a:cs typeface="Microsoft YaHei"/>
              </a:rPr>
              <a:t/>
            </a:r>
            <a:endParaRPr sz="2800" dirty="0">
              <a:latin typeface="Microsoft YaHei"/>
              <a:ea typeface="Microsoft YaHei"/>
              <a:cs typeface="Microsoft YaHei"/>
            </a:endParaRPr>
          </a:p>
          <a:p>
            <a:pPr algn="l" rtl="0" eaLnBrk="0">
              <a:lnSpc>
                <a:spcPct val="103000"/>
              </a:lnSpc>
              <a:tabLst/>
            </a:pPr>
            <a:endParaRPr sz="1000" dirty="0">
              <a:latin typeface="Arial"/>
              <a:ea typeface="Arial"/>
              <a:cs typeface="Arial"/>
            </a:endParaRP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Superficie de la planta: 8.000 m²</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Arquitectura e instalaciones de producción líderes en el sector</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Equipo de I+D: más de 50 especialistas</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Inversión anual en I+D: 6,89 % de la facturación</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Experiencia en investigación del sector: 18 años</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Equipo de control de calidad: más de 10 profesionales</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Plantilla total: más de 100 empleados</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Los sistemas inteligentes han triplicado la productividad por empleado</a:t>
            </a:r>
          </a:p>
          <a:p>
            <a:pPr marL="883284" indent="-285750" algn="l" rtl="0" eaLnBrk="0">
              <a:lnSpc>
                <a:spcPts val="2500"/>
              </a:lnSpc>
              <a:spcBef>
                <a:spcPts val="522"/>
              </a:spcBef>
              <a:buFont typeface="Arial" panose="020B0604020202020204" pitchFamily="34" charset="0"/>
              <a:buChar char="•"/>
              <a:tabLst/>
            </a:pPr>
            <a:r>
              <a:rPr lang="en-GB" sz="1700" kern="0" spc="0" dirty="0">
                <a:solidFill>
                  <a:srgbClr val="FFFFFF">
                    <a:alpha val="100000"/>
                  </a:srgbClr>
                </a:solidFill>
                <a:latin typeface="Microsoft YaHei"/>
                <a:ea typeface="Microsoft YaHei"/>
                <a:cs typeface="Microsoft YaHei"/>
              </a:rPr>
              <a:t>Capacidad de producción mensual:</a:t>
            </a:r>
          </a:p>
          <a:p>
            <a:pPr marL="1340484" lvl="1" indent="-285750" eaLnBrk="0">
              <a:lnSpc>
                <a:spcPts val="2118"/>
              </a:lnSpc>
              <a:spcBef>
                <a:spcPts val="522"/>
              </a:spcBef>
              <a:buFont typeface="Arial" panose="020B0604020202020204" pitchFamily="34" charset="0"/>
              <a:buChar char="•"/>
            </a:pPr>
            <a:r>
              <a:rPr lang="en-GB" sz="1700" kern="0" spc="0" dirty="0">
                <a:solidFill>
                  <a:srgbClr val="FFFFFF">
                    <a:alpha val="100000"/>
                  </a:srgbClr>
                </a:solidFill>
                <a:latin typeface="Microsoft YaHei"/>
                <a:ea typeface="Microsoft YaHei"/>
                <a:cs typeface="Microsoft YaHei"/>
              </a:rPr>
              <a:t>JY1010 Robot de Piscina — 1.200 unidades</a:t>
            </a:r>
          </a:p>
          <a:p>
            <a:pPr marL="1340484" lvl="1" indent="-285750" eaLnBrk="0">
              <a:lnSpc>
                <a:spcPts val="2118"/>
              </a:lnSpc>
              <a:spcBef>
                <a:spcPts val="522"/>
              </a:spcBef>
              <a:buFont typeface="Arial" panose="020B0604020202020204" pitchFamily="34" charset="0"/>
              <a:buChar char="•"/>
            </a:pPr>
            <a:r>
              <a:rPr lang="en-GB" sz="1700" kern="0" spc="0" dirty="0">
                <a:solidFill>
                  <a:srgbClr val="FFFFFF">
                    <a:alpha val="100000"/>
                  </a:srgbClr>
                </a:solidFill>
                <a:latin typeface="Microsoft YaHei"/>
                <a:ea typeface="Microsoft YaHei"/>
                <a:cs typeface="Microsoft YaHei"/>
              </a:rPr>
              <a:t>JY1020 Robot de Piscina — 1.200 unidades</a:t>
            </a:r>
          </a:p>
          <a:p>
            <a:pPr marL="1340484" lvl="1" indent="-285750" eaLnBrk="0">
              <a:lnSpc>
                <a:spcPts val="2118"/>
              </a:lnSpc>
              <a:spcBef>
                <a:spcPts val="522"/>
              </a:spcBef>
              <a:buFont typeface="Arial" panose="020B0604020202020204" pitchFamily="34" charset="0"/>
              <a:buChar char="•"/>
            </a:pPr>
            <a:endParaRPr lang="en-GB" sz="1700" kern="0" spc="0" dirty="0">
              <a:solidFill>
                <a:srgbClr val="FFFFFF">
                  <a:alpha val="100000"/>
                </a:srgbClr>
              </a:solidFill>
              <a:latin typeface="Microsoft YaHei"/>
              <a:ea typeface="Microsoft YaHei"/>
              <a:cs typeface="Microsoft YaHei"/>
            </a:endParaRPr>
          </a:p>
          <a:p>
            <a:pPr marL="597534" algn="l" rtl="0" eaLnBrk="0">
              <a:lnSpc>
                <a:spcPts val="2118"/>
              </a:lnSpc>
              <a:spcBef>
                <a:spcPts val="522"/>
              </a:spcBef>
              <a:tabLst/>
            </a:pPr>
            <a:r>
              <a:rPr lang="en-GB" sz="1700" kern="0" spc="0" dirty="0">
                <a:solidFill>
                  <a:srgbClr val="FFFFFF">
                    <a:alpha val="100000"/>
                  </a:srgbClr>
                </a:solidFill>
                <a:latin typeface="Microsoft YaHei"/>
                <a:ea typeface="Microsoft YaHei"/>
                <a:cs typeface="Microsoft YaHei"/>
              </a:rPr>
              <a:t>Respaldada por dos décadas de experiencia técnica y de fabricación, Wan Cheng se compromete a ofrecer productos de calidad superior y a establecer relaciones de confianza a largo plazo.</a:t>
            </a:r>
            <a:endParaRPr lang="en-GB" sz="1700" dirty="0">
              <a:latin typeface="Microsoft YaHei"/>
              <a:ea typeface="Microsoft YaHei"/>
              <a:cs typeface="Microsoft YaHei"/>
            </a:endParaRPr>
          </a:p>
        </p:txBody>
      </p:sp>
      <p:sp>
        <p:nvSpPr>
          <p:cNvPr id="28" name="path 28"/>
          <p:cNvSpPr/>
          <p:nvPr/>
        </p:nvSpPr>
        <p:spPr>
          <a:xfrm>
            <a:off x="0" y="283464"/>
            <a:ext cx="605027" cy="542544"/>
          </a:xfrm>
          <a:custGeom>
            <a:avLst/>
            <a:gdLst/>
            <a:ahLst/>
            <a:cxnLst/>
            <a:rect l="0" t="0" r="0" b="0"/>
            <a:pathLst>
              <a:path w="952" h="854">
                <a:moveTo>
                  <a:pt x="952" y="0"/>
                </a:moveTo>
                <a:lnTo>
                  <a:pt x="0" y="0"/>
                </a:lnTo>
                <a:lnTo>
                  <a:pt x="0" y="854"/>
                </a:lnTo>
                <a:lnTo>
                  <a:pt x="739" y="854"/>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30" name="picture 30"/>
          <p:cNvPicPr>
            <a:picLocks noChangeAspect="1"/>
          </p:cNvPicPr>
          <p:nvPr/>
        </p:nvPicPr>
        <p:blipFill>
          <a:blip r:embed="rId2"/>
          <a:stretch>
            <a:fillRect/>
          </a:stretch>
        </p:blipFill>
        <p:spPr>
          <a:xfrm rot="21600000">
            <a:off x="7036307" y="0"/>
            <a:ext cx="5155692" cy="6858000"/>
          </a:xfrm>
          <a:prstGeom prst="rect">
            <a:avLst/>
          </a:prstGeom>
        </p:spPr>
      </p:pic>
      <p:sp>
        <p:nvSpPr>
          <p:cNvPr id="2" name="TextBox 1">
            <a:extLst>
              <a:ext uri="{FF2B5EF4-FFF2-40B4-BE49-F238E27FC236}">
                <a16:creationId xmlns:a16="http://schemas.microsoft.com/office/drawing/2014/main" id="{D01DB5DC-82B2-D39E-CE80-57DD1D48D2A9}"/>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 name="rect 32"/>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34" name="picture 34"/>
          <p:cNvPicPr>
            <a:picLocks noChangeAspect="1"/>
          </p:cNvPicPr>
          <p:nvPr/>
        </p:nvPicPr>
        <p:blipFill>
          <a:blip r:embed="rId2"/>
          <a:stretch>
            <a:fillRect/>
          </a:stretch>
        </p:blipFill>
        <p:spPr>
          <a:xfrm rot="21600000">
            <a:off x="4844795" y="1882140"/>
            <a:ext cx="2712719" cy="3688079"/>
          </a:xfrm>
          <a:prstGeom prst="rect">
            <a:avLst/>
          </a:prstGeom>
        </p:spPr>
      </p:pic>
      <p:pic>
        <p:nvPicPr>
          <p:cNvPr id="36" name="picture 36"/>
          <p:cNvPicPr>
            <a:picLocks noChangeAspect="1"/>
          </p:cNvPicPr>
          <p:nvPr/>
        </p:nvPicPr>
        <p:blipFill>
          <a:blip r:embed="rId3"/>
          <a:stretch>
            <a:fillRect/>
          </a:stretch>
        </p:blipFill>
        <p:spPr>
          <a:xfrm rot="21600000">
            <a:off x="1205483" y="1440179"/>
            <a:ext cx="2458211" cy="3689603"/>
          </a:xfrm>
          <a:prstGeom prst="rect">
            <a:avLst/>
          </a:prstGeom>
        </p:spPr>
      </p:pic>
      <p:pic>
        <p:nvPicPr>
          <p:cNvPr id="38" name="picture 38"/>
          <p:cNvPicPr>
            <a:picLocks noChangeAspect="1"/>
          </p:cNvPicPr>
          <p:nvPr/>
        </p:nvPicPr>
        <p:blipFill>
          <a:blip r:embed="rId4"/>
          <a:stretch>
            <a:fillRect/>
          </a:stretch>
        </p:blipFill>
        <p:spPr>
          <a:xfrm rot="21600000">
            <a:off x="8622792" y="3805428"/>
            <a:ext cx="2723388" cy="2039111"/>
          </a:xfrm>
          <a:prstGeom prst="rect">
            <a:avLst/>
          </a:prstGeom>
        </p:spPr>
      </p:pic>
      <p:sp>
        <p:nvSpPr>
          <p:cNvPr id="40" name="textbox 40"/>
          <p:cNvSpPr/>
          <p:nvPr/>
        </p:nvSpPr>
        <p:spPr>
          <a:xfrm>
            <a:off x="-12700" y="270764"/>
            <a:ext cx="5660390" cy="601344"/>
          </a:xfrm>
          <a:prstGeom prst="rect">
            <a:avLst/>
          </a:prstGeom>
          <a:noFill/>
          <a:ln w="0" cap="flat">
            <a:noFill/>
            <a:prstDash val="solid"/>
            <a:miter lim="0"/>
          </a:ln>
        </p:spPr>
        <p:txBody>
          <a:bodyPr vert="horz" wrap="square" lIns="0" tIns="0" rIns="0" bIns="0"/>
          <a:lstStyle/>
          <a:p>
            <a:pPr algn="l" rtl="0" eaLnBrk="0">
              <a:lnSpc>
                <a:spcPct val="112000"/>
              </a:lnSpc>
              <a:tabLst/>
            </a:pPr>
            <a:endParaRPr sz="300" dirty="0">
              <a:latin typeface="Arial"/>
              <a:ea typeface="Arial"/>
              <a:cs typeface="Arial"/>
            </a:endParaRPr>
          </a:p>
          <a:p>
            <a:pPr marL="617219" algn="l" rtl="0" eaLnBrk="0">
              <a:lnSpc>
                <a:spcPts val="4227"/>
              </a:lnSpc>
              <a:spcBef>
                <a:spcPts val="1"/>
              </a:spcBef>
              <a:tabLst>
                <a:tab pos="762000" algn="l"/>
              </a:tabLst>
            </a:pPr>
            <a:r>
              <a:rPr sz="3200" b="1" kern="0" spc="0" dirty="0">
                <a:solidFill>
                  <a:srgbClr val="FFFFFF">
                    <a:alpha val="100000"/>
                  </a:srgbClr>
                </a:solidFill>
                <a:latin typeface="Microsoft YaHei"/>
                <a:ea typeface="Microsoft YaHei"/>
                <a:cs typeface="Microsoft YaHei"/>
              </a:rPr>
              <a:t>Modelos de negocio</a:t>
            </a:r>
            <a:r>
              <a:rPr sz="3200" b="1" kern="0" spc="-60" dirty="0">
                <a:solidFill>
                  <a:srgbClr val="FFFFFF">
                    <a:alpha val="100000"/>
                  </a:srgbClr>
                </a:solidFill>
                <a:latin typeface="Microsoft YaHei"/>
                <a:ea typeface="Microsoft YaHei"/>
                <a:cs typeface="Microsoft YaHei"/>
              </a:rPr>
              <a:t/>
            </a:r>
            <a:r>
              <a:rPr sz="3200" b="1" kern="0" spc="370" dirty="0">
                <a:solidFill>
                  <a:srgbClr val="FFFFFF">
                    <a:alpha val="100000"/>
                  </a:srgbClr>
                </a:solidFill>
                <a:latin typeface="Microsoft YaHei"/>
                <a:ea typeface="Microsoft YaHei"/>
                <a:cs typeface="Microsoft YaHei"/>
              </a:rPr>
              <a:t/>
            </a:r>
            <a:r>
              <a:rPr sz="3200" b="1" kern="0" spc="-60" dirty="0">
                <a:solidFill>
                  <a:srgbClr val="FFFFFF">
                    <a:alpha val="100000"/>
                  </a:srgbClr>
                </a:solidFill>
                <a:latin typeface="Microsoft YaHei"/>
                <a:ea typeface="Microsoft YaHei"/>
                <a:cs typeface="Microsoft YaHei"/>
              </a:rPr>
              <a:t/>
            </a:r>
            <a:r>
              <a:rPr sz="3200" b="1" kern="0" spc="-7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pic>
        <p:nvPicPr>
          <p:cNvPr id="42" name="picture 42"/>
          <p:cNvPicPr>
            <a:picLocks noChangeAspect="1"/>
          </p:cNvPicPr>
          <p:nvPr/>
        </p:nvPicPr>
        <p:blipFill>
          <a:blip r:embed="rId5"/>
          <a:stretch>
            <a:fillRect/>
          </a:stretch>
        </p:blipFill>
        <p:spPr>
          <a:xfrm rot="21600000">
            <a:off x="0" y="283464"/>
            <a:ext cx="605027" cy="542544"/>
          </a:xfrm>
          <a:prstGeom prst="rect">
            <a:avLst/>
          </a:prstGeom>
        </p:spPr>
      </p:pic>
      <p:sp>
        <p:nvSpPr>
          <p:cNvPr id="44" name="textbox 44"/>
          <p:cNvSpPr/>
          <p:nvPr/>
        </p:nvSpPr>
        <p:spPr>
          <a:xfrm>
            <a:off x="8638539" y="5847841"/>
            <a:ext cx="3446145"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20" dirty="0">
                <a:solidFill>
                  <a:srgbClr val="009D9E">
                    <a:alpha val="100000"/>
                  </a:srgbClr>
                </a:solidFill>
                <a:latin typeface="Microsoft YaHei"/>
                <a:ea typeface="Microsoft YaHei"/>
                <a:cs typeface="Microsoft YaHei"/>
              </a:rPr>
              <a:t>OBM — Marca propia: WaterClean™</a:t>
            </a:r>
            <a:r>
              <a:rPr sz="1500" b="1" kern="0" spc="-20" dirty="0">
                <a:solidFill>
                  <a:srgbClr val="FFFFFF">
                    <a:alpha val="100000"/>
                  </a:srgbClr>
                </a:solidFill>
                <a:latin typeface="Microsoft YaHei"/>
                <a:ea typeface="Microsoft YaHei"/>
                <a:cs typeface="Microsoft YaHei"/>
              </a:rPr>
              <a:t/>
            </a:r>
            <a:r>
              <a:rPr sz="1500" b="1" kern="0" spc="300" dirty="0">
                <a:solidFill>
                  <a:srgbClr val="FFFFFF">
                    <a:alpha val="100000"/>
                  </a:srgbClr>
                </a:solidFill>
                <a:latin typeface="Microsoft YaHei"/>
                <a:ea typeface="Microsoft YaHei"/>
                <a:cs typeface="Microsoft YaHei"/>
              </a:rPr>
              <a:t/>
            </a:r>
            <a:r>
              <a:rPr sz="1500" b="1" kern="0" spc="-20" dirty="0">
                <a:solidFill>
                  <a:srgbClr val="FFFFFF">
                    <a:alpha val="100000"/>
                  </a:srgbClr>
                </a:solidFill>
                <a:latin typeface="Microsoft YaHei"/>
                <a:ea typeface="Microsoft YaHei"/>
                <a:cs typeface="Microsoft YaHei"/>
              </a:rPr>
              <a:t/>
            </a:r>
            <a:endParaRPr sz="1500" dirty="0">
              <a:latin typeface="Microsoft YaHei"/>
              <a:ea typeface="Microsoft YaHei"/>
              <a:cs typeface="Microsoft YaHei"/>
            </a:endParaRPr>
          </a:p>
        </p:txBody>
      </p:sp>
      <p:sp>
        <p:nvSpPr>
          <p:cNvPr id="46" name="textbox 46"/>
          <p:cNvSpPr/>
          <p:nvPr/>
        </p:nvSpPr>
        <p:spPr>
          <a:xfrm>
            <a:off x="4824729" y="5561457"/>
            <a:ext cx="3362325"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10" dirty="0">
                <a:solidFill>
                  <a:srgbClr val="009D9E">
                    <a:alpha val="100000"/>
                  </a:srgbClr>
                </a:solidFill>
                <a:latin typeface="Microsoft YaHei"/>
                <a:ea typeface="Microsoft YaHei"/>
                <a:cs typeface="Microsoft YaHei"/>
              </a:rPr>
              <a:t>ODM — Dominio de la tecnología clave</a:t>
            </a:r>
            <a:r>
              <a:rPr sz="1500" b="1" kern="0" spc="-10" dirty="0">
                <a:solidFill>
                  <a:srgbClr val="FFFFFF">
                    <a:alpha val="100000"/>
                  </a:srgbClr>
                </a:solidFill>
                <a:latin typeface="Microsoft YaHei"/>
                <a:ea typeface="Microsoft YaHei"/>
                <a:cs typeface="Microsoft YaHei"/>
              </a:rPr>
              <a:t/>
            </a:r>
            <a:endParaRPr sz="1500" dirty="0">
              <a:latin typeface="Microsoft YaHei"/>
              <a:ea typeface="Microsoft YaHei"/>
              <a:cs typeface="Microsoft YaHei"/>
            </a:endParaRPr>
          </a:p>
        </p:txBody>
      </p:sp>
      <p:sp>
        <p:nvSpPr>
          <p:cNvPr id="50" name="textbox 50"/>
          <p:cNvSpPr/>
          <p:nvPr/>
        </p:nvSpPr>
        <p:spPr>
          <a:xfrm>
            <a:off x="1175385" y="5167122"/>
            <a:ext cx="2270760"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10" dirty="0">
                <a:solidFill>
                  <a:srgbClr val="009D9E">
                    <a:alpha val="100000"/>
                  </a:srgbClr>
                </a:solidFill>
                <a:latin typeface="Microsoft YaHei"/>
                <a:ea typeface="Microsoft YaHei"/>
                <a:cs typeface="Microsoft YaHei"/>
              </a:rPr>
              <a:t>OEM — Proveedor líder</a:t>
            </a:r>
            <a:r>
              <a:rPr sz="1500" b="1" kern="0" spc="-10" dirty="0">
                <a:solidFill>
                  <a:srgbClr val="FFFFFF">
                    <a:alpha val="100000"/>
                  </a:srgbClr>
                </a:solidFill>
                <a:latin typeface="Microsoft YaHei"/>
                <a:ea typeface="Microsoft YaHei"/>
                <a:cs typeface="Microsoft YaHei"/>
              </a:rPr>
              <a:t/>
            </a:r>
            <a:r>
              <a:rPr sz="1500" b="1" kern="0" spc="-20" dirty="0">
                <a:solidFill>
                  <a:srgbClr val="FFFFFF">
                    <a:alpha val="100000"/>
                  </a:srgbClr>
                </a:solidFill>
                <a:latin typeface="Microsoft YaHei"/>
                <a:ea typeface="Microsoft YaHei"/>
                <a:cs typeface="Microsoft YaHei"/>
              </a:rPr>
              <a:t/>
            </a:r>
            <a:endParaRPr sz="1500" dirty="0">
              <a:latin typeface="Microsoft YaHei"/>
              <a:ea typeface="Microsoft YaHei"/>
              <a:cs typeface="Microsoft YaHei"/>
            </a:endParaRPr>
          </a:p>
        </p:txBody>
      </p:sp>
      <p:sp>
        <p:nvSpPr>
          <p:cNvPr id="2" name="TextBox 1">
            <a:extLst>
              <a:ext uri="{FF2B5EF4-FFF2-40B4-BE49-F238E27FC236}">
                <a16:creationId xmlns:a16="http://schemas.microsoft.com/office/drawing/2014/main" id="{E0E3182B-CD92-9B72-8C6D-F1D9BAF21222}"/>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rect 52"/>
          <p:cNvSpPr/>
          <p:nvPr/>
        </p:nvSpPr>
        <p:spPr>
          <a:xfrm>
            <a:off x="-20061" y="-13008"/>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dirty="0"/>
          </a:p>
        </p:txBody>
      </p:sp>
      <p:graphicFrame>
        <p:nvGraphicFramePr>
          <p:cNvPr id="54" name="table 54"/>
          <p:cNvGraphicFramePr>
            <a:graphicFrameLocks noGrp="1"/>
          </p:cNvGraphicFramePr>
          <p:nvPr>
            <p:extLst>
              <p:ext uri="{D42A27DB-BD31-4B8C-83A1-F6EECF244321}">
                <p14:modId xmlns:p14="http://schemas.microsoft.com/office/powerpoint/2010/main" val="2955260891"/>
              </p:ext>
            </p:extLst>
          </p:nvPr>
        </p:nvGraphicFramePr>
        <p:xfrm>
          <a:off x="4473069" y="858683"/>
          <a:ext cx="7450576" cy="5031104"/>
        </p:xfrm>
        <a:graphic>
          <a:graphicData uri="http://schemas.openxmlformats.org/drawingml/2006/table">
            <a:tbl>
              <a:tblPr/>
              <a:tblGrid>
                <a:gridCol w="1410898">
                  <a:extLst>
                    <a:ext uri="{9D8B030D-6E8A-4147-A177-3AD203B41FA5}">
                      <a16:colId xmlns:a16="http://schemas.microsoft.com/office/drawing/2014/main" val="20000"/>
                    </a:ext>
                  </a:extLst>
                </a:gridCol>
                <a:gridCol w="6039678">
                  <a:extLst>
                    <a:ext uri="{9D8B030D-6E8A-4147-A177-3AD203B41FA5}">
                      <a16:colId xmlns:a16="http://schemas.microsoft.com/office/drawing/2014/main" val="20001"/>
                    </a:ext>
                  </a:extLst>
                </a:gridCol>
              </a:tblGrid>
              <a:tr h="5031104">
                <a:tc>
                  <a:txBody>
                    <a:bodyPr/>
                    <a:lstStyle/>
                    <a:p>
                      <a:pPr algn="l" rtl="0" eaLnBrk="0">
                        <a:lnSpc>
                          <a:spcPct val="145000"/>
                        </a:lnSpc>
                        <a:tabLst/>
                      </a:pPr>
                      <a:endParaRPr sz="1200" dirty="0">
                        <a:latin typeface="+mj-lt"/>
                        <a:ea typeface="Arial"/>
                        <a:cs typeface="Arial"/>
                      </a:endParaRPr>
                    </a:p>
                    <a:p>
                      <a:pPr algn="l" rtl="0" eaLnBrk="0">
                        <a:lnSpc>
                          <a:spcPts val="1813"/>
                        </a:lnSpc>
                        <a:spcBef>
                          <a:spcPts val="5"/>
                        </a:spcBef>
                        <a:tabLst/>
                      </a:pPr>
                      <a:r>
                        <a:rPr lang="es-419" sz="1600" b="1" kern="0" spc="-50" dirty="0">
                          <a:solidFill>
                            <a:srgbClr val="FFFFFF">
                              <a:alpha val="100000"/>
                            </a:srgbClr>
                          </a:solidFill>
                          <a:latin typeface="+mj-lt"/>
                          <a:ea typeface="Microsoft YaHei"/>
                          <a:cs typeface="Microsoft YaHei"/>
                        </a:rPr>
                        <a:t>Core </a:t>
                      </a:r>
                    </a:p>
                    <a:p>
                      <a:pPr algn="l" rtl="0" eaLnBrk="0">
                        <a:lnSpc>
                          <a:spcPts val="1813"/>
                        </a:lnSpc>
                        <a:spcBef>
                          <a:spcPts val="5"/>
                        </a:spcBef>
                        <a:tabLst/>
                      </a:pPr>
                      <a:r>
                        <a:rPr lang="es-419" sz="1600" b="1" kern="0" spc="-50" dirty="0" err="1">
                          <a:solidFill>
                            <a:srgbClr val="FFFFFF">
                              <a:alpha val="100000"/>
                            </a:srgbClr>
                          </a:solidFill>
                          <a:latin typeface="+mj-lt"/>
                          <a:ea typeface="Microsoft YaHei"/>
                          <a:cs typeface="Microsoft YaHei"/>
                        </a:rPr>
                        <a:t>advantages</a:t>
                      </a:r>
                      <a:r>
                        <a:rPr lang="es-419" sz="1600" b="1" kern="0" spc="-50" dirty="0">
                          <a:solidFill>
                            <a:srgbClr val="FFFFFF">
                              <a:alpha val="100000"/>
                            </a:srgbClr>
                          </a:solidFill>
                          <a:latin typeface="+mj-lt"/>
                          <a:ea typeface="Microsoft YaHei"/>
                          <a:cs typeface="Microsoft YaHei"/>
                        </a:rPr>
                        <a:t>:</a:t>
                      </a:r>
                      <a:endParaRPr sz="1600" b="1" dirty="0">
                        <a:latin typeface="+mj-lt"/>
                        <a:ea typeface="Microsoft YaHei"/>
                        <a:cs typeface="Microsoft YaHei"/>
                      </a:endParaRPr>
                    </a:p>
                    <a:p>
                      <a:pPr algn="l" rtl="0" eaLnBrk="0">
                        <a:lnSpc>
                          <a:spcPct val="108000"/>
                        </a:lnSpc>
                        <a:tabLst/>
                      </a:pPr>
                      <a:endParaRPr sz="1600" b="1" dirty="0">
                        <a:latin typeface="+mj-lt"/>
                        <a:ea typeface="Arial"/>
                        <a:cs typeface="Arial"/>
                      </a:endParaRPr>
                    </a:p>
                    <a:p>
                      <a:pPr algn="l" rtl="0" eaLnBrk="0">
                        <a:lnSpc>
                          <a:spcPct val="108000"/>
                        </a:lnSpc>
                        <a:tabLst/>
                      </a:pPr>
                      <a:endParaRPr lang="es-419" sz="1600" b="1" dirty="0">
                        <a:latin typeface="+mj-lt"/>
                        <a:ea typeface="Arial"/>
                        <a:cs typeface="Arial"/>
                      </a:endParaRPr>
                    </a:p>
                    <a:p>
                      <a:pPr algn="l" rtl="0" eaLnBrk="0">
                        <a:lnSpc>
                          <a:spcPct val="108000"/>
                        </a:lnSpc>
                        <a:tabLst/>
                      </a:pPr>
                      <a:endParaRPr sz="1600" b="1" dirty="0">
                        <a:latin typeface="+mj-lt"/>
                        <a:ea typeface="Arial"/>
                        <a:cs typeface="Arial"/>
                      </a:endParaRPr>
                    </a:p>
                    <a:p>
                      <a:pPr algn="l" rtl="0" eaLnBrk="0">
                        <a:lnSpc>
                          <a:spcPct val="108000"/>
                        </a:lnSpc>
                        <a:tabLst/>
                      </a:pPr>
                      <a:endParaRPr sz="1600" b="1" dirty="0">
                        <a:latin typeface="+mj-lt"/>
                        <a:ea typeface="Arial"/>
                        <a:cs typeface="Arial"/>
                      </a:endParaRPr>
                    </a:p>
                    <a:p>
                      <a:pPr algn="l" rtl="0" eaLnBrk="0">
                        <a:lnSpc>
                          <a:spcPct val="108000"/>
                        </a:lnSpc>
                        <a:tabLst/>
                      </a:pPr>
                      <a:endParaRPr sz="1600" b="1" dirty="0">
                        <a:latin typeface="+mj-lt"/>
                        <a:ea typeface="Arial"/>
                        <a:cs typeface="Arial"/>
                      </a:endParaRPr>
                    </a:p>
                    <a:p>
                      <a:pPr algn="l" rtl="0" eaLnBrk="0">
                        <a:lnSpc>
                          <a:spcPts val="1813"/>
                        </a:lnSpc>
                        <a:spcBef>
                          <a:spcPts val="425"/>
                        </a:spcBef>
                        <a:tabLst/>
                      </a:pPr>
                      <a:r>
                        <a:rPr lang="es-419" sz="1600" b="1" kern="0" spc="-50" dirty="0">
                          <a:solidFill>
                            <a:srgbClr val="FFFFFF">
                              <a:alpha val="100000"/>
                            </a:srgbClr>
                          </a:solidFill>
                          <a:latin typeface="+mj-lt"/>
                          <a:ea typeface="Microsoft YaHei"/>
                          <a:cs typeface="Microsoft YaHei"/>
                        </a:rPr>
                        <a:t>Core </a:t>
                      </a:r>
                    </a:p>
                    <a:p>
                      <a:pPr algn="l" rtl="0" eaLnBrk="0">
                        <a:lnSpc>
                          <a:spcPts val="1813"/>
                        </a:lnSpc>
                        <a:spcBef>
                          <a:spcPts val="425"/>
                        </a:spcBef>
                        <a:tabLst/>
                      </a:pPr>
                      <a:r>
                        <a:rPr lang="es-419" sz="1600" b="1" kern="0" spc="-50" dirty="0" err="1">
                          <a:solidFill>
                            <a:srgbClr val="FFFFFF">
                              <a:alpha val="100000"/>
                            </a:srgbClr>
                          </a:solidFill>
                          <a:latin typeface="+mj-lt"/>
                          <a:ea typeface="Microsoft YaHei"/>
                          <a:cs typeface="Microsoft YaHei"/>
                        </a:rPr>
                        <a:t>advantages</a:t>
                      </a:r>
                      <a:r>
                        <a:rPr sz="1600" b="1" kern="0" spc="-50" dirty="0">
                          <a:solidFill>
                            <a:srgbClr val="FFFFFF">
                              <a:alpha val="100000"/>
                            </a:srgbClr>
                          </a:solidFill>
                          <a:latin typeface="+mj-lt"/>
                          <a:ea typeface="Microsoft YaHei"/>
                          <a:cs typeface="Microsoft YaHei"/>
                        </a:rPr>
                        <a:t>:</a:t>
                      </a:r>
                      <a:endParaRPr sz="1600" b="1" dirty="0">
                        <a:latin typeface="+mj-lt"/>
                        <a:ea typeface="Microsoft YaHei"/>
                        <a:cs typeface="Microsoft YaHei"/>
                      </a:endParaRPr>
                    </a:p>
                    <a:p>
                      <a:pPr algn="l" rtl="0" eaLnBrk="0">
                        <a:lnSpc>
                          <a:spcPct val="110000"/>
                        </a:lnSpc>
                        <a:tabLst/>
                      </a:pPr>
                      <a:endParaRPr lang="es-419" sz="1600" b="1" dirty="0">
                        <a:latin typeface="+mj-lt"/>
                        <a:ea typeface="Arial"/>
                        <a:cs typeface="Arial"/>
                      </a:endParaRPr>
                    </a:p>
                    <a:p>
                      <a:pPr algn="l" rtl="0" eaLnBrk="0">
                        <a:lnSpc>
                          <a:spcPct val="111000"/>
                        </a:lnSpc>
                        <a:tabLst/>
                      </a:pPr>
                      <a:endParaRPr sz="1600" b="1" dirty="0">
                        <a:latin typeface="+mj-lt"/>
                        <a:ea typeface="Arial"/>
                        <a:cs typeface="Arial"/>
                      </a:endParaRPr>
                    </a:p>
                    <a:p>
                      <a:pPr algn="l" rtl="0" eaLnBrk="0">
                        <a:lnSpc>
                          <a:spcPct val="111000"/>
                        </a:lnSpc>
                        <a:tabLst/>
                      </a:pPr>
                      <a:endParaRPr sz="1600" b="1" dirty="0">
                        <a:latin typeface="+mj-lt"/>
                        <a:ea typeface="Arial"/>
                        <a:cs typeface="Arial"/>
                      </a:endParaRPr>
                    </a:p>
                    <a:p>
                      <a:pPr algn="l" rtl="0" eaLnBrk="0">
                        <a:lnSpc>
                          <a:spcPct val="117000"/>
                        </a:lnSpc>
                        <a:tabLst/>
                      </a:pPr>
                      <a:endParaRPr lang="en-US" sz="1600" b="1" dirty="0">
                        <a:latin typeface="+mj-lt"/>
                        <a:ea typeface="Arial"/>
                        <a:cs typeface="Arial"/>
                      </a:endParaRPr>
                    </a:p>
                    <a:p>
                      <a:pPr marL="51435" algn="l" rtl="0" eaLnBrk="0">
                        <a:lnSpc>
                          <a:spcPts val="1813"/>
                        </a:lnSpc>
                        <a:spcBef>
                          <a:spcPts val="1"/>
                        </a:spcBef>
                        <a:tabLst/>
                      </a:pPr>
                      <a:r>
                        <a:rPr lang="es-419" sz="1600" b="1" kern="0" spc="-50" dirty="0">
                          <a:solidFill>
                            <a:srgbClr val="FFFFFF">
                              <a:alpha val="100000"/>
                            </a:srgbClr>
                          </a:solidFill>
                          <a:latin typeface="+mj-lt"/>
                          <a:ea typeface="Microsoft YaHei"/>
                          <a:cs typeface="Microsoft YaHei"/>
                        </a:rPr>
                        <a:t>Core </a:t>
                      </a:r>
                    </a:p>
                    <a:p>
                      <a:pPr marL="51435" algn="l" rtl="0" eaLnBrk="0">
                        <a:lnSpc>
                          <a:spcPts val="1813"/>
                        </a:lnSpc>
                        <a:spcBef>
                          <a:spcPts val="1"/>
                        </a:spcBef>
                        <a:tabLst/>
                      </a:pPr>
                      <a:r>
                        <a:rPr lang="es-419" sz="1600" b="1" kern="0" spc="-50" dirty="0" err="1">
                          <a:solidFill>
                            <a:srgbClr val="FFFFFF">
                              <a:alpha val="100000"/>
                            </a:srgbClr>
                          </a:solidFill>
                          <a:latin typeface="+mj-lt"/>
                          <a:ea typeface="Microsoft YaHei"/>
                          <a:cs typeface="Microsoft YaHei"/>
                        </a:rPr>
                        <a:t>advantages</a:t>
                      </a:r>
                      <a:r>
                        <a:rPr sz="1600" b="1" kern="0" spc="-50" dirty="0">
                          <a:solidFill>
                            <a:srgbClr val="FFFFFF">
                              <a:alpha val="100000"/>
                            </a:srgbClr>
                          </a:solidFill>
                          <a:latin typeface="+mj-lt"/>
                          <a:ea typeface="Microsoft YaHei"/>
                          <a:cs typeface="Microsoft YaHei"/>
                        </a:rPr>
                        <a:t>:</a:t>
                      </a:r>
                      <a:endParaRPr sz="1600" b="1" dirty="0">
                        <a:latin typeface="+mj-lt"/>
                        <a:ea typeface="Microsoft YaHei"/>
                        <a:cs typeface="Microsoft YaHei"/>
                      </a:endParaRPr>
                    </a:p>
                  </a:txBody>
                  <a:tcPr marL="0" marR="0" marT="0" marB="0">
                    <a:lnL>
                      <a:noFill/>
                    </a:lnL>
                    <a:lnR>
                      <a:noFill/>
                    </a:lnR>
                    <a:lnT>
                      <a:noFill/>
                    </a:lnT>
                    <a:lnB>
                      <a:noFill/>
                    </a:lnB>
                  </a:tcPr>
                </a:tc>
                <a:tc>
                  <a:txBody>
                    <a:bodyPr/>
                    <a:lstStyle/>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Full‑coverage automated cleaning </a:t>
                      </a:r>
                      <a:r>
                        <a:rPr lang="en-GB" sz="1200" kern="0" spc="30" dirty="0">
                          <a:solidFill>
                            <a:srgbClr val="FFFFFF">
                              <a:alpha val="100000"/>
                            </a:srgbClr>
                          </a:solidFill>
                          <a:latin typeface="+mj-lt"/>
                          <a:ea typeface="Microsoft YaHei"/>
                          <a:cs typeface="Microsoft YaHei"/>
                        </a:rPr>
                        <a:t>of the pool floor, walls, and waterline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17‑meter and 25‑meter floating power‑cord options</a:t>
                      </a:r>
                      <a:r>
                        <a:rPr lang="en-GB" sz="1200" kern="0" spc="30" dirty="0">
                          <a:solidFill>
                            <a:srgbClr val="FFFFFF">
                              <a:alpha val="100000"/>
                            </a:srgbClr>
                          </a:solidFill>
                          <a:latin typeface="+mj-lt"/>
                          <a:ea typeface="Microsoft YaHei"/>
                          <a:cs typeface="Microsoft YaHei"/>
                        </a:rPr>
                        <a:t> for flexible installation</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Intelligent low‑battery docking</a:t>
                      </a:r>
                      <a:r>
                        <a:rPr lang="en-GB" sz="1200" kern="0" spc="30" dirty="0">
                          <a:solidFill>
                            <a:srgbClr val="FFFFFF">
                              <a:alpha val="100000"/>
                            </a:srgbClr>
                          </a:solidFill>
                          <a:latin typeface="+mj-lt"/>
                          <a:ea typeface="Microsoft YaHei"/>
                          <a:cs typeface="Microsoft YaHei"/>
                        </a:rPr>
                        <a:t>, returning automatically to the poolside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App‑enabled connectivity </a:t>
                      </a:r>
                      <a:r>
                        <a:rPr lang="en-GB" sz="1200" kern="0" spc="30" dirty="0">
                          <a:solidFill>
                            <a:srgbClr val="FFFFFF">
                              <a:alpha val="100000"/>
                            </a:srgbClr>
                          </a:solidFill>
                          <a:latin typeface="+mj-lt"/>
                          <a:ea typeface="Microsoft YaHei"/>
                          <a:cs typeface="Microsoft YaHei"/>
                        </a:rPr>
                        <a:t>with remote‑control cleaning functionality</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Refined, streamlined industrial design </a:t>
                      </a:r>
                      <a:r>
                        <a:rPr lang="en-GB" sz="1200" kern="0" spc="30" dirty="0">
                          <a:solidFill>
                            <a:srgbClr val="FFFFFF">
                              <a:alpha val="100000"/>
                            </a:srgbClr>
                          </a:solidFill>
                          <a:latin typeface="+mj-lt"/>
                          <a:ea typeface="Microsoft YaHei"/>
                          <a:cs typeface="Microsoft YaHei"/>
                        </a:rPr>
                        <a:t>for a modern, premium appearance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Detachable, easy‑replace filter cartridge </a:t>
                      </a:r>
                      <a:r>
                        <a:rPr lang="en-GB" sz="1200" kern="0" spc="30" dirty="0">
                          <a:solidFill>
                            <a:srgbClr val="FFFFFF">
                              <a:alpha val="100000"/>
                            </a:srgbClr>
                          </a:solidFill>
                          <a:latin typeface="+mj-lt"/>
                          <a:ea typeface="Microsoft YaHei"/>
                          <a:cs typeface="Microsoft YaHei"/>
                        </a:rPr>
                        <a:t>for simplified maintenance</a:t>
                      </a:r>
                      <a:endParaRPr sz="1200" dirty="0">
                        <a:latin typeface="+mj-lt"/>
                        <a:ea typeface="Arial"/>
                        <a:cs typeface="Arial"/>
                      </a:endParaRPr>
                    </a:p>
                    <a:p>
                      <a:pPr algn="l" rtl="0" eaLnBrk="0">
                        <a:lnSpc>
                          <a:spcPct val="100000"/>
                        </a:lnSpc>
                        <a:tabLst/>
                      </a:pPr>
                      <a:endParaRPr lang="es-419" sz="1200" dirty="0">
                        <a:latin typeface="+mj-lt"/>
                        <a:ea typeface="Arial"/>
                        <a:cs typeface="Arial"/>
                      </a:endParaRPr>
                    </a:p>
                    <a:p>
                      <a:pPr algn="l" rtl="0" eaLnBrk="0">
                        <a:lnSpc>
                          <a:spcPct val="100000"/>
                        </a:lnSpc>
                        <a:tabLst/>
                      </a:pPr>
                      <a:endParaRPr sz="1200" dirty="0">
                        <a:latin typeface="+mj-lt"/>
                        <a:ea typeface="Arial"/>
                        <a:cs typeface="Arial"/>
                      </a:endParaRP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Full‑coverage automated cleaning </a:t>
                      </a:r>
                      <a:r>
                        <a:rPr lang="en-GB" sz="1200" kern="0" spc="30" dirty="0">
                          <a:solidFill>
                            <a:srgbClr val="FFFFFF">
                              <a:alpha val="100000"/>
                            </a:srgbClr>
                          </a:solidFill>
                          <a:latin typeface="+mj-lt"/>
                          <a:ea typeface="Microsoft YaHei"/>
                          <a:cs typeface="Microsoft YaHei"/>
                        </a:rPr>
                        <a:t>of the pool floor, walls, steps, and waterline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Fast‑charging, long‑endurance battery system </a:t>
                      </a:r>
                      <a:r>
                        <a:rPr lang="en-GB" sz="1200" kern="0" spc="30" dirty="0">
                          <a:solidFill>
                            <a:srgbClr val="FFFFFF">
                              <a:alpha val="100000"/>
                            </a:srgbClr>
                          </a:solidFill>
                          <a:latin typeface="+mj-lt"/>
                          <a:ea typeface="Microsoft YaHei"/>
                          <a:cs typeface="Microsoft YaHei"/>
                        </a:rPr>
                        <a:t>for extended cleaning cycles</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True cordless operation </a:t>
                      </a:r>
                      <a:r>
                        <a:rPr lang="en-GB" sz="1200" kern="0" spc="30" dirty="0">
                          <a:solidFill>
                            <a:srgbClr val="FFFFFF">
                              <a:alpha val="100000"/>
                            </a:srgbClr>
                          </a:solidFill>
                          <a:latin typeface="+mj-lt"/>
                          <a:ea typeface="Microsoft YaHei"/>
                          <a:cs typeface="Microsoft YaHei"/>
                        </a:rPr>
                        <a:t>delivering unrestricted mobility and wide‑area coverage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App‑enabled connectivity </a:t>
                      </a:r>
                      <a:r>
                        <a:rPr lang="en-GB" sz="1200" kern="0" spc="30" dirty="0">
                          <a:solidFill>
                            <a:srgbClr val="FFFFFF">
                              <a:alpha val="100000"/>
                            </a:srgbClr>
                          </a:solidFill>
                          <a:latin typeface="+mj-lt"/>
                          <a:ea typeface="Microsoft YaHei"/>
                          <a:cs typeface="Microsoft YaHei"/>
                        </a:rPr>
                        <a:t>with remote‑control cleaning functionality</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Intelligent low‑battery docking</a:t>
                      </a:r>
                      <a:r>
                        <a:rPr lang="en-GB" sz="1200" kern="0" spc="30" dirty="0">
                          <a:solidFill>
                            <a:srgbClr val="FFFFFF">
                              <a:alpha val="100000"/>
                            </a:srgbClr>
                          </a:solidFill>
                          <a:latin typeface="+mj-lt"/>
                          <a:ea typeface="Microsoft YaHei"/>
                          <a:cs typeface="Microsoft YaHei"/>
                        </a:rPr>
                        <a:t>, returning automatically to the poolside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Detachable, easy‑replace filter cartridge </a:t>
                      </a:r>
                      <a:r>
                        <a:rPr lang="en-GB" sz="1200" kern="0" spc="30" dirty="0">
                          <a:solidFill>
                            <a:srgbClr val="FFFFFF">
                              <a:alpha val="100000"/>
                            </a:srgbClr>
                          </a:solidFill>
                          <a:latin typeface="+mj-lt"/>
                          <a:ea typeface="Microsoft YaHei"/>
                          <a:cs typeface="Microsoft YaHei"/>
                        </a:rPr>
                        <a:t>for simplified maintenance</a:t>
                      </a:r>
                      <a:endParaRPr sz="1200" dirty="0">
                        <a:latin typeface="+mj-lt"/>
                        <a:ea typeface="Arial"/>
                        <a:cs typeface="Arial"/>
                      </a:endParaRPr>
                    </a:p>
                    <a:p>
                      <a:pPr algn="l" rtl="0" eaLnBrk="0">
                        <a:lnSpc>
                          <a:spcPct val="100000"/>
                        </a:lnSpc>
                        <a:tabLst/>
                      </a:pPr>
                      <a:endParaRPr sz="1200" dirty="0">
                        <a:latin typeface="+mj-lt"/>
                        <a:ea typeface="Arial"/>
                        <a:cs typeface="Arial"/>
                      </a:endParaRPr>
                    </a:p>
                    <a:p>
                      <a:pPr algn="l" rtl="0" eaLnBrk="0">
                        <a:lnSpc>
                          <a:spcPct val="100000"/>
                        </a:lnSpc>
                        <a:tabLst/>
                      </a:pPr>
                      <a:endParaRPr lang="en-US" sz="1200" dirty="0">
                        <a:latin typeface="+mj-lt"/>
                        <a:ea typeface="Arial"/>
                        <a:cs typeface="Arial"/>
                      </a:endParaRP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Full‑coverage automated cleaning </a:t>
                      </a:r>
                      <a:r>
                        <a:rPr lang="en-GB" sz="1200" kern="0" spc="30" dirty="0">
                          <a:solidFill>
                            <a:srgbClr val="FFFFFF">
                              <a:alpha val="100000"/>
                            </a:srgbClr>
                          </a:solidFill>
                          <a:latin typeface="+mj-lt"/>
                          <a:ea typeface="Microsoft YaHei"/>
                          <a:cs typeface="Microsoft YaHei"/>
                        </a:rPr>
                        <a:t>of the pool floor, walls, steps, and waterline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Three operating modes</a:t>
                      </a:r>
                      <a:r>
                        <a:rPr lang="en-GB" sz="1200" b="0" kern="0" spc="30" dirty="0">
                          <a:solidFill>
                            <a:srgbClr val="FFFFFF">
                              <a:alpha val="100000"/>
                            </a:srgbClr>
                          </a:solidFill>
                          <a:latin typeface="+mj-lt"/>
                          <a:ea typeface="Microsoft YaHei"/>
                          <a:cs typeface="Microsoft YaHei"/>
                        </a:rPr>
                        <a:t>: cleaning, water‑pumping, and decorative fountain</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App‑enabled connectivity </a:t>
                      </a:r>
                      <a:r>
                        <a:rPr lang="en-GB" sz="1200" kern="0" spc="30" dirty="0">
                          <a:solidFill>
                            <a:srgbClr val="FFFFFF">
                              <a:alpha val="100000"/>
                            </a:srgbClr>
                          </a:solidFill>
                          <a:latin typeface="+mj-lt"/>
                          <a:ea typeface="Microsoft YaHei"/>
                          <a:cs typeface="Microsoft YaHei"/>
                        </a:rPr>
                        <a:t>with remote‑control cleaning functionality</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Detachable, easy‑replace filter cartridge </a:t>
                      </a:r>
                      <a:r>
                        <a:rPr lang="en-GB" sz="1200" kern="0" spc="30" dirty="0">
                          <a:solidFill>
                            <a:srgbClr val="FFFFFF">
                              <a:alpha val="100000"/>
                            </a:srgbClr>
                          </a:solidFill>
                          <a:latin typeface="+mj-lt"/>
                          <a:ea typeface="Microsoft YaHei"/>
                          <a:cs typeface="Microsoft YaHei"/>
                        </a:rPr>
                        <a:t>for simplified maintenance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Intelligent low‑battery docking, </a:t>
                      </a:r>
                      <a:r>
                        <a:rPr lang="en-GB" sz="1200" kern="0" spc="30" dirty="0">
                          <a:solidFill>
                            <a:srgbClr val="FFFFFF">
                              <a:alpha val="100000"/>
                            </a:srgbClr>
                          </a:solidFill>
                          <a:latin typeface="+mj-lt"/>
                          <a:ea typeface="Microsoft YaHei"/>
                          <a:cs typeface="Microsoft YaHei"/>
                        </a:rPr>
                        <a:t>returning automatically to the poolside</a:t>
                      </a:r>
                    </a:p>
                    <a:p>
                      <a:pPr marL="228600" indent="-228600" algn="l" rtl="0" eaLnBrk="0">
                        <a:lnSpc>
                          <a:spcPct val="100000"/>
                        </a:lnSpc>
                        <a:spcBef>
                          <a:spcPts val="150"/>
                        </a:spcBef>
                        <a:buFont typeface="+mj-lt"/>
                        <a:buAutoNum type="arabicPeriod"/>
                        <a:tabLst/>
                      </a:pPr>
                      <a:r>
                        <a:rPr lang="en-GB" sz="1200" b="1" kern="0" spc="30" dirty="0">
                          <a:solidFill>
                            <a:srgbClr val="FFFFFF">
                              <a:alpha val="100000"/>
                            </a:srgbClr>
                          </a:solidFill>
                          <a:latin typeface="+mj-lt"/>
                          <a:ea typeface="Microsoft YaHei"/>
                          <a:cs typeface="Microsoft YaHei"/>
                        </a:rPr>
                        <a:t>High‑value multifunction design </a:t>
                      </a:r>
                      <a:r>
                        <a:rPr lang="en-GB" sz="1200" kern="0" spc="30" dirty="0">
                          <a:solidFill>
                            <a:srgbClr val="FFFFFF">
                              <a:alpha val="100000"/>
                            </a:srgbClr>
                          </a:solidFill>
                          <a:latin typeface="+mj-lt"/>
                          <a:ea typeface="Microsoft YaHei"/>
                          <a:cs typeface="Microsoft YaHei"/>
                        </a:rPr>
                        <a:t>for home care, convenience, and leisure</a:t>
                      </a:r>
                      <a:endParaRPr sz="1200" dirty="0">
                        <a:latin typeface="+mj-lt"/>
                        <a:ea typeface="Microsoft YaHei"/>
                        <a:cs typeface="Microsoft YaHei"/>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sp>
        <p:nvSpPr>
          <p:cNvPr id="56" name="textbox 56"/>
          <p:cNvSpPr/>
          <p:nvPr/>
        </p:nvSpPr>
        <p:spPr>
          <a:xfrm>
            <a:off x="1796315" y="824564"/>
            <a:ext cx="4344034" cy="5021579"/>
          </a:xfrm>
          <a:prstGeom prst="rect">
            <a:avLst/>
          </a:prstGeom>
          <a:noFill/>
          <a:ln w="0" cap="flat">
            <a:noFill/>
            <a:prstDash val="solid"/>
            <a:miter lim="0"/>
          </a:ln>
        </p:spPr>
        <p:txBody>
          <a:bodyPr vert="horz" wrap="square" lIns="0" tIns="0" rIns="0" bIns="0"/>
          <a:lstStyle/>
          <a:p>
            <a:pPr algn="l" rtl="0" eaLnBrk="0">
              <a:lnSpc>
                <a:spcPts val="3561"/>
              </a:lnSpc>
              <a:tabLst/>
            </a:pPr>
            <a:r>
              <a:rPr sz="2400" b="1" kern="0" spc="100" dirty="0">
                <a:solidFill>
                  <a:srgbClr val="009D9E">
                    <a:alpha val="100000"/>
                  </a:srgbClr>
                </a:solidFill>
                <a:latin typeface="+mj-lt"/>
                <a:ea typeface="Microsoft YaHei"/>
                <a:cs typeface="Microsoft YaHei"/>
              </a:rPr>
              <a:t>1. Con cable</a:t>
            </a:r>
            <a:r>
              <a:rPr sz="2400" b="1" kern="0" spc="290" dirty="0">
                <a:solidFill>
                  <a:srgbClr val="009D9E">
                    <a:alpha val="100000"/>
                  </a:srgbClr>
                </a:solidFill>
                <a:latin typeface="+mj-lt"/>
                <a:ea typeface="Microsoft YaHei"/>
                <a:cs typeface="Microsoft YaHei"/>
              </a:rPr>
              <a:t/>
            </a:r>
            <a:r>
              <a:rPr sz="2400" b="1" kern="0" spc="0" dirty="0">
                <a:solidFill>
                  <a:srgbClr val="009D9E">
                    <a:alpha val="100000"/>
                  </a:srgbClr>
                </a:solidFill>
                <a:latin typeface="+mj-lt"/>
                <a:ea typeface="Microsoft YaHei"/>
                <a:cs typeface="Microsoft YaHei"/>
              </a:rPr>
              <a:t/>
            </a:r>
            <a:endParaRPr sz="2400" dirty="0">
              <a:latin typeface="+mj-lt"/>
              <a:ea typeface="Microsoft YaHei"/>
              <a:cs typeface="Microsoft YaHei"/>
            </a:endParaRPr>
          </a:p>
          <a:p>
            <a:pPr algn="l" rtl="0" eaLnBrk="0">
              <a:lnSpc>
                <a:spcPct val="107000"/>
              </a:lnSpc>
              <a:tabLst/>
            </a:pPr>
            <a:endParaRPr sz="2400" dirty="0">
              <a:latin typeface="+mj-lt"/>
              <a:ea typeface="Arial"/>
              <a:cs typeface="Arial"/>
            </a:endParaRPr>
          </a:p>
          <a:p>
            <a:pPr algn="l" rtl="0" eaLnBrk="0">
              <a:lnSpc>
                <a:spcPct val="108000"/>
              </a:lnSpc>
              <a:tabLst/>
            </a:pPr>
            <a:endParaRPr lang="es-419" sz="2400" dirty="0">
              <a:latin typeface="+mj-lt"/>
              <a:ea typeface="Arial"/>
              <a:cs typeface="Arial"/>
            </a:endParaRPr>
          </a:p>
          <a:p>
            <a:pPr algn="l" rtl="0" eaLnBrk="0">
              <a:lnSpc>
                <a:spcPct val="108000"/>
              </a:lnSpc>
              <a:tabLst/>
            </a:pPr>
            <a:endParaRPr sz="2400" dirty="0">
              <a:latin typeface="+mj-lt"/>
              <a:ea typeface="Arial"/>
              <a:cs typeface="Arial"/>
            </a:endParaRPr>
          </a:p>
          <a:p>
            <a:pPr marL="12700" algn="l" rtl="0" eaLnBrk="0">
              <a:lnSpc>
                <a:spcPts val="3561"/>
              </a:lnSpc>
              <a:spcBef>
                <a:spcPts val="792"/>
              </a:spcBef>
              <a:tabLst/>
            </a:pPr>
            <a:r>
              <a:rPr sz="2400" b="1" kern="0" spc="200" dirty="0">
                <a:solidFill>
                  <a:srgbClr val="009D9E">
                    <a:alpha val="100000"/>
                  </a:srgbClr>
                </a:solidFill>
                <a:latin typeface="+mj-lt"/>
                <a:ea typeface="Microsoft YaHei"/>
                <a:cs typeface="Microsoft YaHei"/>
              </a:rPr>
              <a:t>2. Sin cable</a:t>
            </a:r>
            <a:r>
              <a:rPr sz="2400" b="1" kern="0" spc="380" dirty="0">
                <a:solidFill>
                  <a:srgbClr val="009D9E">
                    <a:alpha val="100000"/>
                  </a:srgbClr>
                </a:solidFill>
                <a:latin typeface="+mj-lt"/>
                <a:ea typeface="Microsoft YaHei"/>
                <a:cs typeface="Microsoft YaHei"/>
              </a:rPr>
              <a:t/>
            </a:r>
            <a:r>
              <a:rPr sz="2400" b="1" kern="0" spc="0" dirty="0">
                <a:solidFill>
                  <a:srgbClr val="009D9E">
                    <a:alpha val="100000"/>
                  </a:srgbClr>
                </a:solidFill>
                <a:latin typeface="+mj-lt"/>
                <a:ea typeface="Microsoft YaHei"/>
                <a:cs typeface="Microsoft YaHei"/>
              </a:rPr>
              <a:t/>
            </a:r>
            <a:endParaRPr sz="2400" dirty="0">
              <a:latin typeface="+mj-lt"/>
              <a:ea typeface="Microsoft YaHei"/>
              <a:cs typeface="Microsoft YaHei"/>
            </a:endParaRPr>
          </a:p>
          <a:p>
            <a:pPr algn="l" rtl="0" eaLnBrk="0">
              <a:lnSpc>
                <a:spcPct val="108000"/>
              </a:lnSpc>
              <a:tabLst/>
            </a:pPr>
            <a:endParaRPr lang="es-419" sz="2400" dirty="0">
              <a:latin typeface="+mj-lt"/>
              <a:ea typeface="Arial"/>
              <a:cs typeface="Arial"/>
            </a:endParaRPr>
          </a:p>
          <a:p>
            <a:pPr algn="l" rtl="0" eaLnBrk="0">
              <a:lnSpc>
                <a:spcPct val="108000"/>
              </a:lnSpc>
              <a:tabLst/>
            </a:pPr>
            <a:endParaRPr lang="es-419" sz="2400" dirty="0">
              <a:latin typeface="+mj-lt"/>
              <a:ea typeface="Arial"/>
              <a:cs typeface="Arial"/>
            </a:endParaRPr>
          </a:p>
          <a:p>
            <a:pPr algn="l" rtl="0" eaLnBrk="0">
              <a:lnSpc>
                <a:spcPct val="108000"/>
              </a:lnSpc>
              <a:tabLst/>
            </a:pPr>
            <a:endParaRPr sz="2400" dirty="0">
              <a:latin typeface="+mj-lt"/>
              <a:ea typeface="Arial"/>
              <a:cs typeface="Arial"/>
            </a:endParaRPr>
          </a:p>
          <a:p>
            <a:pPr algn="l" rtl="0" eaLnBrk="0">
              <a:lnSpc>
                <a:spcPts val="3561"/>
              </a:lnSpc>
              <a:spcBef>
                <a:spcPts val="3"/>
              </a:spcBef>
              <a:tabLst/>
            </a:pPr>
            <a:r>
              <a:rPr sz="2400" b="1" kern="0" spc="-10" dirty="0">
                <a:solidFill>
                  <a:srgbClr val="009D9E">
                    <a:alpha val="100000"/>
                  </a:srgbClr>
                </a:solidFill>
                <a:latin typeface="+mj-lt"/>
                <a:ea typeface="Microsoft YaHei"/>
                <a:cs typeface="Microsoft YaHei"/>
              </a:rPr>
              <a:t>3. 3 en 1</a:t>
            </a:r>
            <a:r>
              <a:rPr sz="2400" b="1" kern="0" spc="480" dirty="0">
                <a:solidFill>
                  <a:srgbClr val="009D9E">
                    <a:alpha val="100000"/>
                  </a:srgbClr>
                </a:solidFill>
                <a:latin typeface="+mj-lt"/>
                <a:ea typeface="Microsoft YaHei"/>
                <a:cs typeface="Microsoft YaHei"/>
              </a:rPr>
              <a:t/>
            </a:r>
            <a:r>
              <a:rPr sz="2400" b="1" kern="0" spc="-10" dirty="0">
                <a:solidFill>
                  <a:srgbClr val="009D9E">
                    <a:alpha val="100000"/>
                  </a:srgbClr>
                </a:solidFill>
                <a:latin typeface="+mj-lt"/>
                <a:ea typeface="Microsoft YaHei"/>
                <a:cs typeface="Microsoft YaHei"/>
              </a:rPr>
              <a:t/>
            </a:r>
            <a:endParaRPr sz="2400" dirty="0">
              <a:latin typeface="+mj-lt"/>
              <a:ea typeface="Microsoft YaHei"/>
              <a:cs typeface="Microsoft YaHei"/>
            </a:endParaRPr>
          </a:p>
        </p:txBody>
      </p:sp>
      <p:pic>
        <p:nvPicPr>
          <p:cNvPr id="58" name="picture 58"/>
          <p:cNvPicPr>
            <a:picLocks noChangeAspect="1"/>
          </p:cNvPicPr>
          <p:nvPr/>
        </p:nvPicPr>
        <p:blipFill>
          <a:blip r:embed="rId2"/>
          <a:stretch>
            <a:fillRect/>
          </a:stretch>
        </p:blipFill>
        <p:spPr>
          <a:xfrm rot="21600000">
            <a:off x="3116911" y="4644421"/>
            <a:ext cx="1246632" cy="1246632"/>
          </a:xfrm>
          <a:prstGeom prst="rect">
            <a:avLst/>
          </a:prstGeom>
        </p:spPr>
      </p:pic>
      <p:pic>
        <p:nvPicPr>
          <p:cNvPr id="60" name="picture 60"/>
          <p:cNvPicPr>
            <a:picLocks noChangeAspect="1"/>
          </p:cNvPicPr>
          <p:nvPr/>
        </p:nvPicPr>
        <p:blipFill>
          <a:blip r:embed="rId3"/>
          <a:stretch>
            <a:fillRect/>
          </a:stretch>
        </p:blipFill>
        <p:spPr>
          <a:xfrm rot="21600000">
            <a:off x="3116911" y="3000903"/>
            <a:ext cx="1194816" cy="949452"/>
          </a:xfrm>
          <a:prstGeom prst="rect">
            <a:avLst/>
          </a:prstGeom>
        </p:spPr>
      </p:pic>
      <p:pic>
        <p:nvPicPr>
          <p:cNvPr id="62" name="picture 62"/>
          <p:cNvPicPr>
            <a:picLocks noChangeAspect="1"/>
          </p:cNvPicPr>
          <p:nvPr/>
        </p:nvPicPr>
        <p:blipFill>
          <a:blip r:embed="rId4"/>
          <a:stretch>
            <a:fillRect/>
          </a:stretch>
        </p:blipFill>
        <p:spPr>
          <a:xfrm rot="21600000">
            <a:off x="3116915" y="1248393"/>
            <a:ext cx="982979" cy="982980"/>
          </a:xfrm>
          <a:prstGeom prst="rect">
            <a:avLst/>
          </a:prstGeom>
        </p:spPr>
      </p:pic>
      <p:pic>
        <p:nvPicPr>
          <p:cNvPr id="64" name="picture 64"/>
          <p:cNvPicPr>
            <a:picLocks noChangeAspect="1"/>
          </p:cNvPicPr>
          <p:nvPr/>
        </p:nvPicPr>
        <p:blipFill>
          <a:blip r:embed="rId5"/>
          <a:stretch>
            <a:fillRect/>
          </a:stretch>
        </p:blipFill>
        <p:spPr>
          <a:xfrm rot="21600000">
            <a:off x="9281416" y="5475539"/>
            <a:ext cx="2228088" cy="1042416"/>
          </a:xfrm>
          <a:prstGeom prst="rect">
            <a:avLst/>
          </a:prstGeom>
        </p:spPr>
      </p:pic>
      <p:pic>
        <p:nvPicPr>
          <p:cNvPr id="66" name="picture 66"/>
          <p:cNvPicPr>
            <a:picLocks/>
          </p:cNvPicPr>
          <p:nvPr/>
        </p:nvPicPr>
        <p:blipFill>
          <a:blip r:embed="rId6"/>
          <a:stretch>
            <a:fillRect/>
          </a:stretch>
        </p:blipFill>
        <p:spPr>
          <a:xfrm rot="21600000">
            <a:off x="1542388" y="867084"/>
            <a:ext cx="274320" cy="4389120"/>
          </a:xfrm>
          <a:prstGeom prst="rect">
            <a:avLst/>
          </a:prstGeom>
          <a:ln w="38100">
            <a:solidFill>
              <a:schemeClr val="tx1"/>
            </a:solidFill>
          </a:ln>
        </p:spPr>
      </p:pic>
      <p:sp>
        <p:nvSpPr>
          <p:cNvPr id="68" name="textbox 68"/>
          <p:cNvSpPr/>
          <p:nvPr/>
        </p:nvSpPr>
        <p:spPr>
          <a:xfrm>
            <a:off x="66133" y="2387264"/>
            <a:ext cx="1617917" cy="1240517"/>
          </a:xfrm>
          <a:prstGeom prst="rect">
            <a:avLst/>
          </a:prstGeom>
          <a:noFill/>
          <a:ln w="0" cap="flat">
            <a:noFill/>
            <a:prstDash val="solid"/>
            <a:miter lim="0"/>
          </a:ln>
        </p:spPr>
        <p:txBody>
          <a:bodyPr vert="horz" wrap="square" lIns="0" tIns="0" rIns="0" bIns="0"/>
          <a:lstStyle/>
          <a:p>
            <a:pPr algn="l" rtl="0" eaLnBrk="0">
              <a:tabLst/>
            </a:pPr>
            <a:r>
              <a:rPr sz="2800" b="1" kern="0" spc="20" dirty="0">
                <a:solidFill>
                  <a:srgbClr val="009D9E">
                    <a:alpha val="100000"/>
                  </a:srgbClr>
                </a:solidFill>
                <a:latin typeface="+mj-lt"/>
                <a:ea typeface="Microsoft YaHei"/>
                <a:cs typeface="Microsoft YaHei"/>
              </a:rPr>
              <a:t>Gama de Productos</a:t>
            </a:r>
            <a:r>
              <a:rPr lang="es-419" sz="2800" b="1" kern="0" spc="20" dirty="0">
                <a:solidFill>
                  <a:srgbClr val="009D9E">
                    <a:alpha val="100000"/>
                  </a:srgbClr>
                </a:solidFill>
                <a:latin typeface="+mj-lt"/>
                <a:ea typeface="Microsoft YaHei"/>
                <a:cs typeface="Microsoft YaHei"/>
              </a:rPr>
              <a:t/>
            </a:r>
            <a:r>
              <a:rPr lang="es-419" sz="2800" b="1" kern="0" spc="-30" dirty="0">
                <a:solidFill>
                  <a:srgbClr val="009D9E">
                    <a:alpha val="100000"/>
                  </a:srgbClr>
                </a:solidFill>
                <a:latin typeface="+mj-lt"/>
                <a:ea typeface="Microsoft YaHei"/>
                <a:cs typeface="Microsoft YaHei"/>
              </a:rPr>
              <a:t/>
            </a:r>
            <a:r>
              <a:rPr lang="es-419" sz="2800" b="1" kern="0" spc="-30" dirty="0" err="1">
                <a:solidFill>
                  <a:srgbClr val="009D9E">
                    <a:alpha val="100000"/>
                  </a:srgbClr>
                </a:solidFill>
                <a:latin typeface="+mj-lt"/>
                <a:ea typeface="Microsoft YaHei"/>
                <a:cs typeface="Microsoft YaHei"/>
              </a:rPr>
              <a:t/>
            </a:r>
            <a:endParaRPr sz="2800" dirty="0">
              <a:latin typeface="+mj-lt"/>
              <a:ea typeface="Microsoft YaHei"/>
              <a:cs typeface="Microsoft YaHei"/>
            </a:endParaRPr>
          </a:p>
        </p:txBody>
      </p:sp>
      <p:sp>
        <p:nvSpPr>
          <p:cNvPr id="70" name="textbox 70"/>
          <p:cNvSpPr/>
          <p:nvPr/>
        </p:nvSpPr>
        <p:spPr>
          <a:xfrm>
            <a:off x="4673105" y="6038196"/>
            <a:ext cx="5449092" cy="29588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549"/>
              </a:lnSpc>
              <a:tabLst/>
            </a:pPr>
            <a:r>
              <a:rPr lang="en-GB" sz="1200" kern="0" spc="20" dirty="0">
                <a:solidFill>
                  <a:srgbClr val="FFFFFF">
                    <a:alpha val="100000"/>
                  </a:srgbClr>
                </a:solidFill>
                <a:latin typeface="Microsoft YaHei"/>
                <a:ea typeface="Microsoft YaHei"/>
                <a:cs typeface="Microsoft YaHei"/>
              </a:rPr>
              <a:t>Carro de transporte opcional disponible para facilitar el desplazamiento.</a:t>
            </a:r>
            <a:r>
              <a:rPr sz="1200" kern="0" spc="10" dirty="0">
                <a:solidFill>
                  <a:srgbClr val="FFFFFF">
                    <a:alpha val="100000"/>
                  </a:srgbClr>
                </a:solidFill>
                <a:latin typeface="Microsoft YaHei"/>
                <a:ea typeface="Microsoft YaHei"/>
                <a:cs typeface="Microsoft YaHei"/>
              </a:rPr>
              <a:t/>
            </a:r>
            <a:endParaRPr sz="1200" dirty="0">
              <a:latin typeface="Microsoft YaHei"/>
              <a:ea typeface="Microsoft YaHei"/>
              <a:cs typeface="Microsoft YaHei"/>
            </a:endParaRPr>
          </a:p>
        </p:txBody>
      </p:sp>
      <p:pic>
        <p:nvPicPr>
          <p:cNvPr id="72" name="picture 72"/>
          <p:cNvPicPr>
            <a:picLocks/>
          </p:cNvPicPr>
          <p:nvPr/>
        </p:nvPicPr>
        <p:blipFill>
          <a:blip r:embed="rId7"/>
          <a:stretch>
            <a:fillRect/>
          </a:stretch>
        </p:blipFill>
        <p:spPr>
          <a:xfrm rot="21600000">
            <a:off x="5656957" y="4061916"/>
            <a:ext cx="274320" cy="1280160"/>
          </a:xfrm>
          <a:prstGeom prst="rect">
            <a:avLst/>
          </a:prstGeom>
        </p:spPr>
      </p:pic>
      <p:pic>
        <p:nvPicPr>
          <p:cNvPr id="74" name="picture 74"/>
          <p:cNvPicPr>
            <a:picLocks/>
          </p:cNvPicPr>
          <p:nvPr/>
        </p:nvPicPr>
        <p:blipFill>
          <a:blip r:embed="rId8"/>
          <a:stretch>
            <a:fillRect/>
          </a:stretch>
        </p:blipFill>
        <p:spPr>
          <a:xfrm rot="21600000">
            <a:off x="5656957" y="2446938"/>
            <a:ext cx="274320" cy="1280160"/>
          </a:xfrm>
          <a:prstGeom prst="rect">
            <a:avLst/>
          </a:prstGeom>
        </p:spPr>
      </p:pic>
      <p:pic>
        <p:nvPicPr>
          <p:cNvPr id="76" name="picture 76"/>
          <p:cNvPicPr>
            <a:picLocks/>
          </p:cNvPicPr>
          <p:nvPr/>
        </p:nvPicPr>
        <p:blipFill>
          <a:blip r:embed="rId9"/>
          <a:stretch>
            <a:fillRect/>
          </a:stretch>
        </p:blipFill>
        <p:spPr>
          <a:xfrm rot="21600000">
            <a:off x="5652329" y="837832"/>
            <a:ext cx="274320" cy="1280160"/>
          </a:xfrm>
          <a:prstGeom prst="rect">
            <a:avLst/>
          </a:prstGeom>
        </p:spPr>
      </p:pic>
      <p:pic>
        <p:nvPicPr>
          <p:cNvPr id="78" name="picture 78"/>
          <p:cNvPicPr>
            <a:picLocks noChangeAspect="1"/>
          </p:cNvPicPr>
          <p:nvPr/>
        </p:nvPicPr>
        <p:blipFill>
          <a:blip r:embed="rId10"/>
          <a:stretch>
            <a:fillRect/>
          </a:stretch>
        </p:blipFill>
        <p:spPr>
          <a:xfrm rot="21600000">
            <a:off x="295525" y="6557768"/>
            <a:ext cx="350519" cy="96012"/>
          </a:xfrm>
          <a:prstGeom prst="rect">
            <a:avLst/>
          </a:prstGeom>
        </p:spPr>
      </p:pic>
      <p:sp>
        <p:nvSpPr>
          <p:cNvPr id="2" name="TextBox 1">
            <a:extLst>
              <a:ext uri="{FF2B5EF4-FFF2-40B4-BE49-F238E27FC236}">
                <a16:creationId xmlns:a16="http://schemas.microsoft.com/office/drawing/2014/main" id="{27103CB2-DC5D-6D3D-F942-F4A276696177}"/>
              </a:ext>
            </a:extLst>
          </p:cNvPr>
          <p:cNvSpPr txBox="1"/>
          <p:nvPr/>
        </p:nvSpPr>
        <p:spPr>
          <a:xfrm>
            <a:off x="0" y="52756"/>
            <a:ext cx="12192000" cy="353943"/>
          </a:xfrm>
          <a:prstGeom prst="rect">
            <a:avLst/>
          </a:prstGeom>
          <a:noFill/>
        </p:spPr>
        <p:txBody>
          <a:bodyPr wrap="square" rtlCol="0">
            <a:spAutoFit/>
          </a:bodyPr>
          <a:lstStyle/>
          <a:p>
            <a:pPr algn="ctr"/>
            <a:r>
              <a:rPr lang="en-GB" sz="1700" b="1" dirty="0">
                <a:solidFill>
                  <a:schemeClr val="bg1"/>
                </a:solidFill>
              </a:rPr>
              <a:t>Una gama completa de soluciones inteligentes para la limpieza de piscinas, diseñadas para ofrecer rendimiento, comodidad y fiabilidad.</a:t>
            </a:r>
            <a:endParaRPr lang="en-US" sz="1700" b="1" dirty="0">
              <a:solidFill>
                <a:schemeClr val="bg1"/>
              </a:solidFill>
            </a:endParaRPr>
          </a:p>
        </p:txBody>
      </p:sp>
      <p:sp>
        <p:nvSpPr>
          <p:cNvPr id="3" name="TextBox 2">
            <a:extLst>
              <a:ext uri="{FF2B5EF4-FFF2-40B4-BE49-F238E27FC236}">
                <a16:creationId xmlns:a16="http://schemas.microsoft.com/office/drawing/2014/main" id="{2D695641-B2E0-7D01-CF64-FEA141132EC3}"/>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 name="rect 80"/>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82" name="picture 82"/>
          <p:cNvPicPr>
            <a:picLocks noChangeAspect="1"/>
          </p:cNvPicPr>
          <p:nvPr/>
        </p:nvPicPr>
        <p:blipFill>
          <a:blip r:embed="rId2"/>
          <a:stretch>
            <a:fillRect/>
          </a:stretch>
        </p:blipFill>
        <p:spPr>
          <a:xfrm rot="21600000">
            <a:off x="5408675" y="1621406"/>
            <a:ext cx="6774180" cy="4968240"/>
          </a:xfrm>
          <a:prstGeom prst="rect">
            <a:avLst/>
          </a:prstGeom>
        </p:spPr>
      </p:pic>
      <p:sp>
        <p:nvSpPr>
          <p:cNvPr id="84" name="rect 84"/>
          <p:cNvSpPr/>
          <p:nvPr/>
        </p:nvSpPr>
        <p:spPr>
          <a:xfrm>
            <a:off x="544068" y="1333830"/>
            <a:ext cx="3222862" cy="396239"/>
          </a:xfrm>
          <a:prstGeom prst="rect">
            <a:avLst/>
          </a:prstGeom>
          <a:solidFill>
            <a:srgbClr val="009D9E">
              <a:alpha val="100000"/>
            </a:srgbClr>
          </a:solidFill>
          <a:ln w="0" cap="flat">
            <a:noFill/>
            <a:prstDash val="solid"/>
            <a:miter lim="0"/>
          </a:ln>
        </p:spPr>
        <p:txBody>
          <a:bodyPr rtlCol="0"/>
          <a:lstStyle/>
          <a:p>
            <a:pPr algn="ctr"/>
            <a:endParaRPr lang="zh-CN" altLang="en-US"/>
          </a:p>
        </p:txBody>
      </p:sp>
      <p:sp>
        <p:nvSpPr>
          <p:cNvPr id="86" name="textbox 86"/>
          <p:cNvSpPr/>
          <p:nvPr/>
        </p:nvSpPr>
        <p:spPr>
          <a:xfrm>
            <a:off x="-12700" y="270764"/>
            <a:ext cx="11866244" cy="2033270"/>
          </a:xfrm>
          <a:prstGeom prst="rect">
            <a:avLst/>
          </a:prstGeom>
          <a:noFill/>
          <a:ln w="0" cap="flat">
            <a:noFill/>
            <a:prstDash val="solid"/>
            <a:miter lim="0"/>
          </a:ln>
        </p:spPr>
        <p:txBody>
          <a:bodyPr vert="horz" wrap="square" lIns="0" tIns="0" rIns="0" bIns="0"/>
          <a:lstStyle/>
          <a:p>
            <a:pPr algn="l" rtl="0" eaLnBrk="0">
              <a:lnSpc>
                <a:spcPct val="112000"/>
              </a:lnSpc>
              <a:tabLst/>
            </a:pPr>
            <a:endParaRPr sz="200" dirty="0">
              <a:latin typeface="Arial"/>
              <a:ea typeface="Arial"/>
              <a:cs typeface="Arial"/>
            </a:endParaRPr>
          </a:p>
          <a:p>
            <a:pPr marL="617219" eaLnBrk="0">
              <a:lnSpc>
                <a:spcPts val="4194"/>
              </a:lnSpc>
              <a:spcBef>
                <a:spcPts val="2"/>
              </a:spcBef>
              <a:tabLst>
                <a:tab pos="913130" algn="l"/>
              </a:tabLst>
            </a:pPr>
            <a:r>
              <a:rPr sz="3100" b="1" kern="0" spc="0" dirty="0">
                <a:solidFill>
                  <a:srgbClr val="FFFFFF">
                    <a:alpha val="100000"/>
                  </a:srgbClr>
                </a:solidFill>
                <a:latin typeface="Microsoft YaHei"/>
                <a:ea typeface="Microsoft YaHei"/>
                <a:cs typeface="Microsoft YaHei"/>
              </a:rPr>
              <a:t>	Product</a:t>
            </a:r>
            <a:r>
              <a:rPr sz="3100" b="1" kern="0" spc="580" dirty="0">
                <a:solidFill>
                  <a:srgbClr val="FFFFFF">
                    <a:alpha val="100000"/>
                  </a:srgbClr>
                </a:solidFill>
                <a:latin typeface="Microsoft YaHei"/>
                <a:ea typeface="Microsoft YaHei"/>
                <a:cs typeface="Microsoft YaHei"/>
              </a:rPr>
              <a:t> </a:t>
            </a:r>
            <a:r>
              <a:rPr sz="3100" b="1" kern="0" spc="0" dirty="0">
                <a:solidFill>
                  <a:srgbClr val="FFFFFF">
                    <a:alpha val="100000"/>
                  </a:srgbClr>
                </a:solidFill>
                <a:latin typeface="Microsoft YaHei"/>
                <a:ea typeface="Microsoft YaHei"/>
                <a:cs typeface="Microsoft YaHei"/>
              </a:rPr>
              <a:t>Layout</a:t>
            </a:r>
            <a:r>
              <a:rPr sz="3100" b="1" kern="0" spc="20" dirty="0">
                <a:solidFill>
                  <a:srgbClr val="FFFFFF">
                    <a:alpha val="100000"/>
                  </a:srgbClr>
                </a:solidFill>
                <a:latin typeface="Microsoft YaHei"/>
                <a:ea typeface="Microsoft YaHei"/>
                <a:cs typeface="Microsoft YaHei"/>
              </a:rPr>
              <a:t> </a:t>
            </a:r>
            <a:r>
              <a:rPr lang="es-419" sz="3100" b="1" kern="0" spc="20" dirty="0">
                <a:solidFill>
                  <a:srgbClr val="FFFFFF">
                    <a:alpha val="100000"/>
                  </a:srgbClr>
                </a:solidFill>
                <a:latin typeface="Microsoft YaHei"/>
                <a:ea typeface="Microsoft YaHei"/>
                <a:cs typeface="Microsoft YaHei"/>
              </a:rPr>
              <a:t>				           </a:t>
            </a:r>
            <a:r>
              <a:rPr lang="en-GB" sz="1900" b="1" kern="0" spc="-20" dirty="0">
                <a:solidFill>
                  <a:srgbClr val="009D9E">
                    <a:alpha val="100000"/>
                  </a:srgbClr>
                </a:solidFill>
                <a:latin typeface="Microsoft YaHei"/>
                <a:ea typeface="Microsoft YaHei"/>
                <a:cs typeface="Microsoft YaHei"/>
              </a:rPr>
              <a:t>WC-1010 </a:t>
            </a:r>
          </a:p>
          <a:p>
            <a:pPr marL="617219" eaLnBrk="0">
              <a:lnSpc>
                <a:spcPts val="4194"/>
              </a:lnSpc>
              <a:spcBef>
                <a:spcPts val="2"/>
              </a:spcBef>
              <a:tabLst>
                <a:tab pos="913130" algn="l"/>
              </a:tabLst>
            </a:pPr>
            <a:r>
              <a:rPr lang="es-419" sz="1900" b="1" kern="0" spc="0" dirty="0">
                <a:solidFill>
                  <a:srgbClr val="009D9E">
                    <a:alpha val="100000"/>
                  </a:srgbClr>
                </a:solidFill>
                <a:latin typeface="Microsoft YaHei"/>
                <a:ea typeface="Microsoft YaHei"/>
                <a:cs typeface="Microsoft YaHei"/>
              </a:rPr>
              <a:t>Robot Limpiapiscinas con Cable</a:t>
            </a:r>
            <a:r>
              <a:rPr sz="1900" b="1" kern="0" spc="0" dirty="0">
                <a:solidFill>
                  <a:srgbClr val="009D9E">
                    <a:alpha val="100000"/>
                  </a:srgbClr>
                </a:solidFill>
                <a:latin typeface="Microsoft YaHei"/>
                <a:ea typeface="Microsoft YaHei"/>
                <a:cs typeface="Microsoft YaHei"/>
              </a:rPr>
              <a:t/>
            </a:r>
            <a:r>
              <a:rPr sz="1900" b="1" kern="0" spc="370" dirty="0">
                <a:solidFill>
                  <a:srgbClr val="009D9E">
                    <a:alpha val="100000"/>
                  </a:srgbClr>
                </a:solidFill>
                <a:latin typeface="Microsoft YaHei"/>
                <a:ea typeface="Microsoft YaHei"/>
                <a:cs typeface="Microsoft YaHei"/>
              </a:rPr>
              <a:t/>
            </a:r>
            <a:r>
              <a:rPr sz="1900" b="1" kern="0" spc="0" dirty="0">
                <a:solidFill>
                  <a:srgbClr val="009D9E">
                    <a:alpha val="100000"/>
                  </a:srgbClr>
                </a:solidFill>
                <a:latin typeface="Microsoft YaHei"/>
                <a:ea typeface="Microsoft YaHei"/>
                <a:cs typeface="Microsoft YaHei"/>
              </a:rPr>
              <a:t/>
            </a:r>
            <a:r>
              <a:rPr sz="1900" b="1" kern="0" spc="380" dirty="0">
                <a:solidFill>
                  <a:srgbClr val="009D9E">
                    <a:alpha val="100000"/>
                  </a:srgbClr>
                </a:solidFill>
                <a:latin typeface="Microsoft YaHei"/>
                <a:ea typeface="Microsoft YaHei"/>
                <a:cs typeface="Microsoft YaHei"/>
              </a:rPr>
              <a:t/>
            </a:r>
            <a:r>
              <a:rPr sz="1900" b="1" kern="0" spc="0" dirty="0">
                <a:solidFill>
                  <a:srgbClr val="009D9E">
                    <a:alpha val="100000"/>
                  </a:srgbClr>
                </a:solidFill>
                <a:latin typeface="Microsoft YaHei"/>
                <a:ea typeface="Microsoft YaHei"/>
                <a:cs typeface="Microsoft YaHei"/>
              </a:rPr>
              <a:t/>
            </a:r>
            <a:r>
              <a:rPr sz="1900" b="1" kern="0" spc="190" dirty="0">
                <a:solidFill>
                  <a:srgbClr val="009D9E">
                    <a:alpha val="100000"/>
                  </a:srgbClr>
                </a:solidFill>
                <a:latin typeface="Microsoft YaHei"/>
                <a:ea typeface="Microsoft YaHei"/>
                <a:cs typeface="Microsoft YaHei"/>
              </a:rPr>
              <a:t/>
            </a:r>
            <a:r>
              <a:rPr sz="1900" b="1" kern="0" spc="0" dirty="0">
                <a:solidFill>
                  <a:srgbClr val="009D9E">
                    <a:alpha val="100000"/>
                  </a:srgbClr>
                </a:solidFill>
                <a:latin typeface="Microsoft YaHei"/>
                <a:ea typeface="Microsoft YaHei"/>
                <a:cs typeface="Microsoft YaHei"/>
              </a:rPr>
              <a:t/>
            </a:r>
            <a:endParaRPr lang="en-GB" sz="2000" dirty="0">
              <a:latin typeface="Microsoft YaHei"/>
              <a:ea typeface="Microsoft YaHei"/>
              <a:cs typeface="Microsoft YaHei"/>
            </a:endParaRPr>
          </a:p>
          <a:p>
            <a:pPr marL="556259" algn="l" rtl="0" eaLnBrk="0">
              <a:lnSpc>
                <a:spcPts val="2849"/>
              </a:lnSpc>
              <a:tabLst>
                <a:tab pos="747394" algn="l"/>
              </a:tabLst>
            </a:pPr>
            <a:r>
              <a:rPr lang="en-GB" sz="1800" b="1" kern="0" spc="0" dirty="0">
                <a:solidFill>
                  <a:srgbClr val="FFFFFF">
                    <a:alpha val="100000"/>
                  </a:srgbClr>
                </a:solidFill>
                <a:latin typeface="Microsoft YaHei"/>
                <a:ea typeface="Microsoft YaHei"/>
                <a:cs typeface="Microsoft YaHei"/>
              </a:rPr>
              <a:t>Características Funcionales                                          Diseñado para la Potencia. Construido para Durar.</a:t>
            </a:r>
            <a:r>
              <a:rPr lang="en-GB" sz="2900" b="1" kern="0" spc="0" baseline="7310" dirty="0">
                <a:solidFill>
                  <a:srgbClr val="FFFFFF">
                    <a:alpha val="100000"/>
                  </a:srgbClr>
                </a:solidFill>
                <a:latin typeface="Microsoft YaHei"/>
                <a:ea typeface="Microsoft YaHei"/>
                <a:cs typeface="Microsoft YaHei"/>
              </a:rPr>
              <a:t/>
            </a:r>
            <a:r>
              <a:rPr lang="en-GB" sz="1800" b="1" kern="0" spc="380" dirty="0">
                <a:solidFill>
                  <a:srgbClr val="FFFFFF">
                    <a:alpha val="100000"/>
                  </a:srgbClr>
                </a:solidFill>
                <a:latin typeface="Microsoft YaHei"/>
                <a:ea typeface="Microsoft YaHei"/>
                <a:cs typeface="Microsoft YaHei"/>
              </a:rPr>
              <a:t/>
            </a:r>
            <a:r>
              <a:rPr lang="en-GB" sz="2900" b="1" kern="0" baseline="7310" dirty="0">
                <a:solidFill>
                  <a:srgbClr val="FFFFFF">
                    <a:alpha val="100000"/>
                  </a:srgbClr>
                </a:solidFill>
                <a:latin typeface="Microsoft YaHei"/>
                <a:ea typeface="Microsoft YaHei"/>
                <a:cs typeface="Microsoft YaHei"/>
              </a:rPr>
              <a:t/>
            </a:r>
            <a:r>
              <a:rPr lang="en-GB" sz="1800" b="1" kern="0" spc="20" dirty="0">
                <a:solidFill>
                  <a:srgbClr val="FFFFFF">
                    <a:alpha val="100000"/>
                  </a:srgbClr>
                </a:solidFill>
                <a:latin typeface="Microsoft YaHei"/>
                <a:ea typeface="Microsoft YaHei"/>
                <a:cs typeface="Microsoft YaHei"/>
              </a:rPr>
              <a:t/>
            </a:r>
            <a:r>
              <a:rPr lang="en-GB" sz="1800" b="1" kern="0" spc="10" dirty="0">
                <a:solidFill>
                  <a:srgbClr val="FFFFFF">
                    <a:alpha val="100000"/>
                  </a:srgbClr>
                </a:solidFill>
                <a:latin typeface="Microsoft YaHei"/>
                <a:ea typeface="Microsoft YaHei"/>
                <a:cs typeface="Microsoft YaHei"/>
              </a:rPr>
              <a:t/>
            </a:r>
            <a:r>
              <a:rPr lang="en-GB" sz="2900" b="1" kern="0" spc="0" baseline="16290" dirty="0">
                <a:solidFill>
                  <a:srgbClr val="FFFFFF">
                    <a:alpha val="100000"/>
                  </a:srgbClr>
                </a:solidFill>
                <a:latin typeface="Microsoft YaHei"/>
                <a:ea typeface="Microsoft YaHei"/>
                <a:cs typeface="Microsoft YaHei"/>
              </a:rPr>
              <a:t/>
            </a:r>
            <a:endParaRPr lang="en-GB" sz="2900" baseline="16290" dirty="0">
              <a:latin typeface="Microsoft YaHei"/>
              <a:ea typeface="Microsoft YaHei"/>
              <a:cs typeface="Microsoft YaHei"/>
            </a:endParaRPr>
          </a:p>
          <a:p>
            <a:pPr marL="615950" algn="l" rtl="0" eaLnBrk="0">
              <a:lnSpc>
                <a:spcPts val="1813"/>
              </a:lnSpc>
              <a:spcBef>
                <a:spcPts val="1409"/>
              </a:spcBef>
              <a:tabLst/>
            </a:pPr>
            <a:r>
              <a:rPr lang="en-GB" sz="1400" kern="0" spc="-20" dirty="0">
                <a:solidFill>
                  <a:srgbClr val="FFFFFF">
                    <a:alpha val="100000"/>
                  </a:srgbClr>
                </a:solidFill>
                <a:latin typeface="Microsoft YaHei"/>
                <a:ea typeface="Microsoft YaHei"/>
                <a:cs typeface="Microsoft YaHei"/>
              </a:rPr>
              <a:t>Sistema de limpieza de alta eficiencia con filtración de precisión,</a:t>
            </a:r>
          </a:p>
          <a:p>
            <a:pPr marL="615950" algn="l" rtl="0" eaLnBrk="0">
              <a:lnSpc>
                <a:spcPts val="1813"/>
              </a:lnSpc>
              <a:tabLst/>
            </a:pPr>
            <a:r>
              <a:rPr lang="en-GB" sz="1400" kern="0" spc="-20" dirty="0">
                <a:solidFill>
                  <a:srgbClr val="FFFFFF">
                    <a:alpha val="100000"/>
                  </a:srgbClr>
                </a:solidFill>
                <a:latin typeface="Microsoft YaHei"/>
                <a:ea typeface="Microsoft YaHei"/>
                <a:cs typeface="Microsoft YaHei"/>
              </a:rPr>
              <a:t>aspiración potente y un diseño completamente sellado y duradero,</a:t>
            </a:r>
          </a:p>
          <a:p>
            <a:pPr marL="615950" algn="l" rtl="0" eaLnBrk="0">
              <a:lnSpc>
                <a:spcPts val="1813"/>
              </a:lnSpc>
              <a:tabLst/>
            </a:pPr>
            <a:r>
              <a:rPr lang="en-GB" sz="1400" kern="0" spc="-20" dirty="0">
                <a:solidFill>
                  <a:srgbClr val="FFFFFF">
                    <a:alpha val="100000"/>
                  </a:srgbClr>
                </a:solidFill>
                <a:latin typeface="Microsoft YaHei"/>
                <a:ea typeface="Microsoft YaHei"/>
                <a:cs typeface="Microsoft YaHei"/>
              </a:rPr>
              <a:t>diseñado para un rendimiento fiable en todo tipo de piscinas.</a:t>
            </a:r>
            <a:endParaRPr sz="1400" dirty="0">
              <a:latin typeface="Microsoft YaHei"/>
              <a:ea typeface="Microsoft YaHei"/>
              <a:cs typeface="Microsoft YaHei"/>
            </a:endParaRPr>
          </a:p>
        </p:txBody>
      </p:sp>
      <p:sp>
        <p:nvSpPr>
          <p:cNvPr id="88" name="path 88"/>
          <p:cNvSpPr/>
          <p:nvPr/>
        </p:nvSpPr>
        <p:spPr>
          <a:xfrm>
            <a:off x="0" y="283464"/>
            <a:ext cx="604900" cy="538962"/>
          </a:xfrm>
          <a:custGeom>
            <a:avLst/>
            <a:gdLst/>
            <a:ahLst/>
            <a:cxnLst/>
            <a:rect l="0" t="0" r="0" b="0"/>
            <a:pathLst>
              <a:path w="952" h="848">
                <a:moveTo>
                  <a:pt x="952" y="0"/>
                </a:moveTo>
                <a:lnTo>
                  <a:pt x="0" y="0"/>
                </a:lnTo>
                <a:lnTo>
                  <a:pt x="0" y="848"/>
                </a:lnTo>
                <a:lnTo>
                  <a:pt x="739" y="848"/>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90" name="textbox 90"/>
          <p:cNvSpPr/>
          <p:nvPr/>
        </p:nvSpPr>
        <p:spPr>
          <a:xfrm>
            <a:off x="548640" y="4720938"/>
            <a:ext cx="5292090" cy="573405"/>
          </a:xfrm>
          <a:prstGeom prst="rect">
            <a:avLst/>
          </a:prstGeom>
          <a:noFill/>
          <a:ln w="0" cap="flat">
            <a:noFill/>
            <a:prstDash val="solid"/>
            <a:miter lim="0"/>
          </a:ln>
        </p:spPr>
        <p:txBody>
          <a:bodyPr vert="horz" wrap="square" lIns="0" tIns="0" rIns="0" bIns="0"/>
          <a:lstStyle/>
          <a:p>
            <a:pPr algn="l" rtl="0" eaLnBrk="0">
              <a:lnSpc>
                <a:spcPct val="10409"/>
              </a:lnSpc>
              <a:tabLst/>
            </a:pPr>
            <a:endParaRPr sz="100" dirty="0">
              <a:latin typeface="Arial"/>
              <a:ea typeface="Arial"/>
              <a:cs typeface="Arial"/>
            </a:endParaRPr>
          </a:p>
          <a:p>
            <a:pPr marL="12700" indent="3810" algn="l" rtl="0" eaLnBrk="0">
              <a:lnSpc>
                <a:spcPct val="131000"/>
              </a:lnSpc>
              <a:tabLst/>
            </a:pPr>
            <a:r>
              <a:rPr lang="en-GB" sz="1400" kern="0" spc="-10" dirty="0">
                <a:solidFill>
                  <a:srgbClr val="FFFFFF">
                    <a:alpha val="100000"/>
                  </a:srgbClr>
                </a:solidFill>
                <a:latin typeface="Microsoft YaHei"/>
                <a:ea typeface="Microsoft YaHei"/>
                <a:cs typeface="Microsoft YaHei"/>
              </a:rPr>
              <a:t>Diseño industrial moderno y aerodinámico, construido para ofrecer durabilidad y resistencia al agua, garantizando eficiencia operativa a largo plazo y una experiencia de uso premium.</a:t>
            </a:r>
            <a:endParaRPr sz="1400" dirty="0">
              <a:latin typeface="Microsoft YaHei"/>
              <a:ea typeface="Microsoft YaHei"/>
              <a:cs typeface="Microsoft YaHei"/>
            </a:endParaRPr>
          </a:p>
        </p:txBody>
      </p:sp>
      <p:sp>
        <p:nvSpPr>
          <p:cNvPr id="92" name="textbox 92"/>
          <p:cNvSpPr/>
          <p:nvPr/>
        </p:nvSpPr>
        <p:spPr>
          <a:xfrm>
            <a:off x="550197" y="3121619"/>
            <a:ext cx="4972050" cy="573405"/>
          </a:xfrm>
          <a:prstGeom prst="rect">
            <a:avLst/>
          </a:prstGeom>
          <a:noFill/>
          <a:ln w="0" cap="flat">
            <a:noFill/>
            <a:prstDash val="solid"/>
            <a:miter lim="0"/>
          </a:ln>
        </p:spPr>
        <p:txBody>
          <a:bodyPr vert="horz" wrap="square" lIns="0" tIns="0" rIns="0" bIns="0"/>
          <a:lstStyle/>
          <a:p>
            <a:pPr algn="l" rtl="0" eaLnBrk="0">
              <a:lnSpc>
                <a:spcPct val="10409"/>
              </a:lnSpc>
              <a:tabLst/>
            </a:pPr>
            <a:endParaRPr sz="100" dirty="0">
              <a:latin typeface="Arial"/>
              <a:ea typeface="Arial"/>
              <a:cs typeface="Arial"/>
            </a:endParaRPr>
          </a:p>
          <a:p>
            <a:pPr marL="25400" indent="-12700" algn="l" rtl="0" eaLnBrk="0">
              <a:lnSpc>
                <a:spcPct val="131000"/>
              </a:lnSpc>
              <a:tabLst/>
            </a:pPr>
            <a:r>
              <a:rPr lang="en-GB" sz="1400" kern="0" spc="0" dirty="0">
                <a:solidFill>
                  <a:srgbClr val="FFFFFF">
                    <a:alpha val="100000"/>
                  </a:srgbClr>
                </a:solidFill>
                <a:latin typeface="Microsoft YaHei"/>
                <a:ea typeface="Microsoft YaHei"/>
                <a:cs typeface="Microsoft YaHei"/>
              </a:rPr>
              <a:t>Arquitectura de alimentación por cable con longitudes personalizables, proporcionando amplia cobertura de la piscina y funcionamiento continuo e ininterrumpido sin las limitaciones de los sistemas de batería.</a:t>
            </a:r>
            <a:endParaRPr sz="1400" dirty="0">
              <a:latin typeface="Microsoft YaHei"/>
              <a:ea typeface="Microsoft YaHei"/>
              <a:cs typeface="Microsoft YaHei"/>
            </a:endParaRPr>
          </a:p>
        </p:txBody>
      </p:sp>
      <p:sp>
        <p:nvSpPr>
          <p:cNvPr id="94" name="textbox 94"/>
          <p:cNvSpPr/>
          <p:nvPr/>
        </p:nvSpPr>
        <p:spPr>
          <a:xfrm>
            <a:off x="548640" y="6037433"/>
            <a:ext cx="4551045" cy="27177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36"/>
              </a:lnSpc>
              <a:tabLst/>
            </a:pPr>
            <a:r>
              <a:rPr lang="en-GB" sz="1500" kern="0" spc="-50" dirty="0">
                <a:solidFill>
                  <a:srgbClr val="FFFFFF">
                    <a:alpha val="100000"/>
                  </a:srgbClr>
                </a:solidFill>
                <a:latin typeface="Microsoft YaHei"/>
                <a:ea typeface="Microsoft YaHei"/>
                <a:cs typeface="Microsoft YaHei"/>
              </a:rPr>
              <a:t>Interfaz de control integrada con temporizador programable e inicio con un solo toque, ofreciendo un manejo sencillo e intuitivo para el uso diario.</a:t>
            </a:r>
            <a:endParaRPr sz="1500" dirty="0">
              <a:latin typeface="Microsoft YaHei"/>
              <a:ea typeface="Microsoft YaHei"/>
              <a:cs typeface="Microsoft YaHei"/>
            </a:endParaRPr>
          </a:p>
        </p:txBody>
      </p:sp>
      <p:sp>
        <p:nvSpPr>
          <p:cNvPr id="96" name="textbox 96"/>
          <p:cNvSpPr/>
          <p:nvPr/>
        </p:nvSpPr>
        <p:spPr>
          <a:xfrm>
            <a:off x="544068" y="2710266"/>
            <a:ext cx="3451462" cy="39814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63432"/>
              </a:lnSpc>
              <a:tabLst/>
            </a:pPr>
            <a:endParaRPr sz="100" dirty="0">
              <a:latin typeface="Arial"/>
              <a:ea typeface="Arial"/>
              <a:cs typeface="Arial"/>
            </a:endParaRPr>
          </a:p>
          <a:p>
            <a:pPr marL="93344" algn="l" rtl="0" eaLnBrk="0">
              <a:lnSpc>
                <a:spcPts val="2644"/>
              </a:lnSpc>
              <a:tabLst/>
            </a:pPr>
            <a:r>
              <a:rPr lang="en-US" sz="2000" b="1" kern="0" spc="-40" dirty="0">
                <a:solidFill>
                  <a:srgbClr val="FFFFFF">
                    <a:alpha val="100000"/>
                  </a:srgbClr>
                </a:solidFill>
                <a:latin typeface="Microsoft YaHei"/>
                <a:ea typeface="Microsoft YaHei"/>
                <a:cs typeface="Microsoft YaHei"/>
              </a:rPr>
              <a:t>Sistema de Alimentación y Carga</a:t>
            </a:r>
            <a:endParaRPr sz="2000" dirty="0">
              <a:latin typeface="Microsoft YaHei"/>
              <a:ea typeface="Microsoft YaHei"/>
              <a:cs typeface="Microsoft YaHei"/>
            </a:endParaRPr>
          </a:p>
        </p:txBody>
      </p:sp>
      <p:sp>
        <p:nvSpPr>
          <p:cNvPr id="98" name="textbox 98"/>
          <p:cNvSpPr/>
          <p:nvPr/>
        </p:nvSpPr>
        <p:spPr>
          <a:xfrm>
            <a:off x="544068" y="4312916"/>
            <a:ext cx="3729758" cy="39687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131000"/>
              </a:lnSpc>
              <a:tabLst/>
            </a:pPr>
            <a:endParaRPr sz="100" dirty="0">
              <a:latin typeface="Arial"/>
              <a:ea typeface="Arial"/>
              <a:cs typeface="Arial"/>
            </a:endParaRPr>
          </a:p>
          <a:p>
            <a:pPr marL="115570" algn="l" rtl="0" eaLnBrk="0">
              <a:lnSpc>
                <a:spcPts val="2644"/>
              </a:lnSpc>
              <a:spcBef>
                <a:spcPts val="1"/>
              </a:spcBef>
              <a:tabLst/>
            </a:pPr>
            <a:r>
              <a:rPr lang="en-US" sz="2000" b="1" kern="0" spc="-60" dirty="0">
                <a:solidFill>
                  <a:srgbClr val="FFFFFF">
                    <a:alpha val="100000"/>
                  </a:srgbClr>
                </a:solidFill>
                <a:latin typeface="Microsoft YaHei"/>
                <a:ea typeface="Microsoft YaHei"/>
                <a:cs typeface="Microsoft YaHei"/>
              </a:rPr>
              <a:t>Diseño Industrial y Estético</a:t>
            </a:r>
            <a:endParaRPr sz="2000" dirty="0">
              <a:latin typeface="Microsoft YaHei"/>
              <a:ea typeface="Microsoft YaHei"/>
              <a:cs typeface="Microsoft YaHei"/>
            </a:endParaRPr>
          </a:p>
        </p:txBody>
      </p:sp>
      <p:sp>
        <p:nvSpPr>
          <p:cNvPr id="100" name="textbox 100"/>
          <p:cNvSpPr/>
          <p:nvPr/>
        </p:nvSpPr>
        <p:spPr>
          <a:xfrm>
            <a:off x="544067" y="5620378"/>
            <a:ext cx="3898723" cy="39814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75099"/>
              </a:lnSpc>
              <a:tabLst/>
            </a:pPr>
            <a:endParaRPr sz="100" dirty="0">
              <a:latin typeface="Arial"/>
              <a:ea typeface="Arial"/>
              <a:cs typeface="Arial"/>
            </a:endParaRPr>
          </a:p>
          <a:p>
            <a:pPr marL="91439" algn="l" rtl="0" eaLnBrk="0">
              <a:lnSpc>
                <a:spcPts val="2644"/>
              </a:lnSpc>
              <a:tabLst/>
            </a:pPr>
            <a:r>
              <a:rPr lang="en-US" sz="2000" b="1" kern="0" spc="-40" dirty="0">
                <a:solidFill>
                  <a:srgbClr val="FFFFFF">
                    <a:alpha val="100000"/>
                  </a:srgbClr>
                </a:solidFill>
                <a:latin typeface="Microsoft YaHei"/>
                <a:ea typeface="Microsoft YaHei"/>
                <a:cs typeface="Microsoft YaHei"/>
              </a:rPr>
              <a:t>Interfaz de Control y Funcionamiento</a:t>
            </a:r>
            <a:endParaRPr sz="2000" dirty="0">
              <a:latin typeface="Microsoft YaHei"/>
              <a:ea typeface="Microsoft YaHei"/>
              <a:cs typeface="Microsoft YaHei"/>
            </a:endParaRPr>
          </a:p>
        </p:txBody>
      </p:sp>
      <p:sp>
        <p:nvSpPr>
          <p:cNvPr id="2" name="TextBox 1">
            <a:extLst>
              <a:ext uri="{FF2B5EF4-FFF2-40B4-BE49-F238E27FC236}">
                <a16:creationId xmlns:a16="http://schemas.microsoft.com/office/drawing/2014/main" id="{09306A7B-47B2-714C-56C7-0E4F1C79DEE3}"/>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rect 102"/>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138" name="picture 138"/>
          <p:cNvPicPr>
            <a:picLocks noChangeAspect="1"/>
          </p:cNvPicPr>
          <p:nvPr/>
        </p:nvPicPr>
        <p:blipFill>
          <a:blip r:embed="rId2"/>
          <a:stretch>
            <a:fillRect/>
          </a:stretch>
        </p:blipFill>
        <p:spPr>
          <a:xfrm rot="21600000">
            <a:off x="5417820" y="1563359"/>
            <a:ext cx="6774180" cy="4986528"/>
          </a:xfrm>
          <a:prstGeom prst="rect">
            <a:avLst/>
          </a:prstGeom>
        </p:spPr>
      </p:pic>
      <p:sp>
        <p:nvSpPr>
          <p:cNvPr id="140" name="textbox 140"/>
          <p:cNvSpPr/>
          <p:nvPr/>
        </p:nvSpPr>
        <p:spPr>
          <a:xfrm>
            <a:off x="350080" y="1084162"/>
            <a:ext cx="7014815" cy="5708650"/>
          </a:xfrm>
          <a:prstGeom prst="rect">
            <a:avLst/>
          </a:prstGeom>
          <a:noFill/>
          <a:ln w="0" cap="flat">
            <a:noFill/>
            <a:prstDash val="solid"/>
            <a:miter lim="0"/>
          </a:ln>
        </p:spPr>
        <p:txBody>
          <a:bodyPr vert="horz" wrap="square" lIns="0" tIns="0" rIns="0" bIns="0"/>
          <a:lstStyle/>
          <a:p>
            <a:pPr marL="47625" algn="l" rtl="0" eaLnBrk="0">
              <a:lnSpc>
                <a:spcPts val="2248"/>
              </a:lnSpc>
              <a:tabLst/>
            </a:pPr>
            <a:r>
              <a:rPr sz="1600" b="1" kern="0" spc="10" dirty="0">
                <a:solidFill>
                  <a:srgbClr val="FFFFFF">
                    <a:alpha val="100000"/>
                  </a:srgbClr>
                </a:solidFill>
                <a:latin typeface="Microsoft YaHei"/>
                <a:ea typeface="Microsoft YaHei"/>
                <a:cs typeface="Microsoft YaHei"/>
              </a:rPr>
              <a:t>Dimensiones del producto		428 × 400 × 280 mm</a:t>
            </a:r>
            <a:r>
              <a:rPr sz="1600" b="1" kern="0" spc="430" dirty="0">
                <a:solidFill>
                  <a:srgbClr val="FFFFFF">
                    <a:alpha val="100000"/>
                  </a:srgbClr>
                </a:solidFill>
                <a:latin typeface="Microsoft YaHei"/>
                <a:ea typeface="Microsoft YaHei"/>
                <a:cs typeface="Microsoft YaHei"/>
              </a:rPr>
              <a:t/>
            </a:r>
            <a:r>
              <a:rPr sz="1600" b="1" kern="0" spc="1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US"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lnSpc>
                <a:spcPts val="2248"/>
              </a:lnSpc>
              <a:spcBef>
                <a:spcPts val="846"/>
              </a:spcBef>
              <a:tabLst/>
            </a:pPr>
            <a:r>
              <a:rPr sz="1600" b="1" kern="0" spc="20" dirty="0">
                <a:solidFill>
                  <a:srgbClr val="FFFFFF">
                    <a:alpha val="100000"/>
                  </a:srgbClr>
                </a:solidFill>
                <a:latin typeface="Microsoft YaHei"/>
                <a:ea typeface="Microsoft YaHei"/>
                <a:cs typeface="Microsoft YaHei"/>
              </a:rPr>
              <a:t>Peso del producto			Unidad principal: 9,5 kg</a:t>
            </a:r>
            <a:r>
              <a:rPr lang="en-US" sz="1600" b="1" kern="0" spc="20" dirty="0">
                <a:solidFill>
                  <a:srgbClr val="FFFFFF">
                    <a:alpha val="100000"/>
                  </a:srgbClr>
                </a:solidFill>
                <a:latin typeface="Microsoft YaHei"/>
                <a:ea typeface="Microsoft YaHei"/>
                <a:cs typeface="Microsoft YaHei"/>
              </a:rPr>
              <a:t/>
            </a:r>
            <a:r>
              <a:rPr lang="en-GB" sz="1600" kern="0" spc="20" dirty="0">
                <a:solidFill>
                  <a:srgbClr val="FFFFFF">
                    <a:alpha val="100000"/>
                  </a:srgbClr>
                </a:solidFill>
                <a:latin typeface="Microsoft YaHei"/>
                <a:ea typeface="Microsoft YaHei"/>
                <a:cs typeface="Microsoft YaHei"/>
              </a:rPr>
              <a:t/>
            </a:r>
          </a:p>
          <a:p>
            <a:pPr marL="47625" algn="l" rtl="0" eaLnBrk="0">
              <a:lnSpc>
                <a:spcPts val="2248"/>
              </a:lnSpc>
              <a:spcBef>
                <a:spcPts val="846"/>
              </a:spcBef>
              <a:tabLst/>
            </a:pPr>
            <a:r>
              <a:rPr lang="en-GB" sz="1600" kern="0" spc="20" dirty="0">
                <a:solidFill>
                  <a:srgbClr val="FFFFFF">
                    <a:alpha val="100000"/>
                  </a:srgbClr>
                </a:solidFill>
                <a:latin typeface="Microsoft YaHei"/>
                <a:ea typeface="Microsoft YaHei"/>
                <a:cs typeface="Microsoft YaHei"/>
              </a:rPr>
              <a:t>Caja de control: 2 kg</a:t>
            </a:r>
            <a:endParaRPr sz="1600" dirty="0">
              <a:latin typeface="Microsoft YaHei"/>
              <a:ea typeface="Microsoft YaHei"/>
              <a:cs typeface="Microsoft YaHei"/>
            </a:endParaRPr>
          </a:p>
          <a:p>
            <a:pPr marL="30480" algn="l" rtl="0" eaLnBrk="0">
              <a:lnSpc>
                <a:spcPts val="2248"/>
              </a:lnSpc>
              <a:spcBef>
                <a:spcPts val="1136"/>
              </a:spcBef>
              <a:tabLst/>
            </a:pPr>
            <a:r>
              <a:rPr lang="en-US" sz="1600" b="1" kern="0" spc="30" dirty="0">
                <a:solidFill>
                  <a:srgbClr val="FFFFFF">
                    <a:alpha val="100000"/>
                  </a:srgbClr>
                </a:solidFill>
                <a:latin typeface="Microsoft YaHei"/>
                <a:ea typeface="Microsoft YaHei"/>
                <a:cs typeface="Microsoft YaHei"/>
              </a:rPr>
              <a:t>Cobertura de limpieza		Suelo, paredes y línea de flotación</a:t>
            </a:r>
            <a:r>
              <a:rPr lang="en-GB" sz="1600" kern="0" spc="3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lnSpc>
                <a:spcPts val="3095"/>
              </a:lnSpc>
              <a:tabLst/>
            </a:pPr>
            <a:r>
              <a:rPr sz="1600" b="1" kern="0" spc="0" dirty="0">
                <a:solidFill>
                  <a:srgbClr val="FFFFFF">
                    <a:alpha val="100000"/>
                  </a:srgbClr>
                </a:solidFill>
                <a:latin typeface="Microsoft YaHei"/>
                <a:ea typeface="Microsoft YaHei"/>
                <a:cs typeface="Microsoft YaHei"/>
              </a:rPr>
              <a:t>Precisión de filtración		5 μm — filtración de partículas finas</a:t>
            </a:r>
            <a:r>
              <a:rPr lang="en-US" sz="1600" b="1" kern="0" spc="0" dirty="0">
                <a:solidFill>
                  <a:srgbClr val="FFFFFF">
                    <a:alpha val="100000"/>
                  </a:srgbClr>
                </a:solidFill>
                <a:latin typeface="Microsoft YaHei"/>
                <a:ea typeface="Microsoft YaHei"/>
                <a:cs typeface="Microsoft YaHei"/>
              </a:rPr>
              <a:t/>
            </a:r>
            <a:r>
              <a:rPr sz="1600" b="1" kern="0" spc="330" dirty="0">
                <a:solidFill>
                  <a:srgbClr val="FFFFFF">
                    <a:alpha val="100000"/>
                  </a:srgbClr>
                </a:solidFill>
                <a:latin typeface="Microsoft YaHei"/>
                <a:ea typeface="Microsoft YaHei"/>
                <a:cs typeface="Microsoft YaHei"/>
              </a:rPr>
              <a:t/>
            </a:r>
            <a:r>
              <a:rPr sz="1600" b="1" kern="0" spc="0" dirty="0">
                <a:solidFill>
                  <a:srgbClr val="FFFFFF">
                    <a:alpha val="100000"/>
                  </a:srgbClr>
                </a:solidFill>
                <a:latin typeface="Microsoft YaHei"/>
                <a:ea typeface="Microsoft YaHei"/>
                <a:cs typeface="Microsoft YaHei"/>
              </a:rPr>
              <a:t/>
            </a:r>
            <a:r>
              <a:rPr lang="en-US" sz="1600" b="1" kern="0" spc="0" dirty="0">
                <a:solidFill>
                  <a:srgbClr val="FFFFFF">
                    <a:alpha val="100000"/>
                  </a:srgbClr>
                </a:solidFill>
                <a:latin typeface="Microsoft YaHei"/>
                <a:ea typeface="Microsoft YaHei"/>
                <a:cs typeface="Microsoft YaHei"/>
              </a:rPr>
              <a:t/>
            </a:r>
            <a:r>
              <a:rPr lang="fr-FR" sz="1600" kern="0" spc="0" dirty="0">
                <a:solidFill>
                  <a:srgbClr val="FFFFFF">
                    <a:alpha val="100000"/>
                  </a:srgbClr>
                </a:solidFill>
                <a:latin typeface="Microsoft YaHei"/>
                <a:ea typeface="Microsoft YaHei"/>
                <a:cs typeface="Microsoft YaHei"/>
              </a:rPr>
              <a:t/>
            </a:r>
            <a:r>
              <a:rPr lang="fr-FR" sz="1600" kern="0" spc="0" dirty="0" err="1">
                <a:solidFill>
                  <a:srgbClr val="FFFFFF">
                    <a:alpha val="100000"/>
                  </a:srgbClr>
                </a:solidFill>
                <a:latin typeface="Microsoft YaHei"/>
                <a:ea typeface="Microsoft YaHei"/>
                <a:cs typeface="Microsoft YaHei"/>
              </a:rPr>
              <a:t/>
            </a:r>
            <a:r>
              <a:rPr lang="fr-FR" sz="1600" kern="0" spc="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lnSpc>
                <a:spcPts val="2248"/>
              </a:lnSpc>
              <a:spcBef>
                <a:spcPts val="1136"/>
              </a:spcBef>
              <a:tabLst/>
            </a:pPr>
            <a:r>
              <a:rPr sz="1600" b="1" kern="0" spc="10" dirty="0">
                <a:solidFill>
                  <a:srgbClr val="FFFFFF">
                    <a:alpha val="100000"/>
                  </a:srgbClr>
                </a:solidFill>
                <a:latin typeface="Microsoft YaHei"/>
                <a:ea typeface="Microsoft YaHei"/>
                <a:cs typeface="Microsoft YaHei"/>
              </a:rPr>
              <a:t>Longitud del cable flotante	17 m o 25 m (a elegir)</a:t>
            </a:r>
            <a:r>
              <a:rPr sz="1600" b="1" kern="0" spc="190" dirty="0">
                <a:solidFill>
                  <a:srgbClr val="FFFFFF">
                    <a:alpha val="100000"/>
                  </a:srgbClr>
                </a:solidFill>
                <a:latin typeface="Microsoft YaHei"/>
                <a:ea typeface="Microsoft YaHei"/>
                <a:cs typeface="Microsoft YaHei"/>
              </a:rPr>
              <a:t/>
            </a:r>
            <a:r>
              <a:rPr sz="1600" b="1" kern="0" spc="10" dirty="0">
                <a:solidFill>
                  <a:srgbClr val="FFFFFF">
                    <a:alpha val="100000"/>
                  </a:srgbClr>
                </a:solidFill>
                <a:latin typeface="Microsoft YaHei"/>
                <a:ea typeface="Microsoft YaHei"/>
                <a:cs typeface="Microsoft YaHei"/>
              </a:rPr>
              <a:t/>
            </a:r>
            <a:r>
              <a:rPr sz="1600" b="1" kern="0" spc="190" dirty="0">
                <a:solidFill>
                  <a:srgbClr val="FFFFFF">
                    <a:alpha val="100000"/>
                  </a:srgbClr>
                </a:solidFill>
                <a:latin typeface="Microsoft YaHei"/>
                <a:ea typeface="Microsoft YaHei"/>
                <a:cs typeface="Microsoft YaHei"/>
              </a:rPr>
              <a:t/>
            </a:r>
            <a:r>
              <a:rPr sz="1600" b="1" kern="0" spc="1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GB"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lnSpc>
                <a:spcPts val="3095"/>
              </a:lnSpc>
              <a:tabLst/>
            </a:pPr>
            <a:r>
              <a:rPr sz="1600" b="1" kern="0" spc="-10" dirty="0">
                <a:solidFill>
                  <a:srgbClr val="FFFFFF">
                    <a:alpha val="100000"/>
                  </a:srgbClr>
                </a:solidFill>
                <a:latin typeface="Microsoft YaHei"/>
                <a:ea typeface="Microsoft YaHei"/>
                <a:cs typeface="Microsoft YaHei"/>
              </a:rPr>
              <a:t>Capacidad de filtración		25 m³/h</a:t>
            </a:r>
            <a:r>
              <a:rPr sz="1600" b="1" kern="0" spc="40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US"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26669" algn="l" rtl="0" eaLnBrk="0">
              <a:lnSpc>
                <a:spcPts val="2248"/>
              </a:lnSpc>
              <a:spcBef>
                <a:spcPts val="1136"/>
              </a:spcBef>
              <a:tabLst/>
            </a:pPr>
            <a:r>
              <a:rPr lang="en-US" sz="1600" b="1" kern="0" spc="30" dirty="0">
                <a:solidFill>
                  <a:srgbClr val="FFFFFF">
                    <a:alpha val="100000"/>
                  </a:srgbClr>
                </a:solidFill>
                <a:latin typeface="Microsoft YaHei"/>
                <a:ea typeface="Microsoft YaHei"/>
                <a:cs typeface="Microsoft YaHei"/>
              </a:rPr>
              <a:t>Salida eléctrica			24 V CC, 5 A</a:t>
            </a:r>
            <a:r>
              <a:rPr lang="en-US" sz="1600" b="1" kern="0" spc="30" dirty="0" err="1">
                <a:solidFill>
                  <a:srgbClr val="FFFFFF">
                    <a:alpha val="100000"/>
                  </a:srgbClr>
                </a:solidFill>
                <a:latin typeface="Microsoft YaHei"/>
                <a:ea typeface="Microsoft YaHei"/>
                <a:cs typeface="Microsoft YaHei"/>
              </a:rPr>
              <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p>
          <a:p>
            <a:pPr marL="26669" algn="l" rtl="0" eaLnBrk="0">
              <a:lnSpc>
                <a:spcPts val="2248"/>
              </a:lnSpc>
              <a:spcBef>
                <a:spcPts val="1136"/>
              </a:spcBef>
              <a:tabLst/>
            </a:pPr>
            <a:r>
              <a:rPr lang="en-US" sz="1600" b="1" kern="0" spc="30" dirty="0">
                <a:solidFill>
                  <a:srgbClr val="FFFFFF">
                    <a:alpha val="100000"/>
                  </a:srgbClr>
                </a:solidFill>
                <a:latin typeface="Microsoft YaHei"/>
                <a:ea typeface="Microsoft YaHei"/>
                <a:cs typeface="Microsoft YaHei"/>
              </a:rPr>
              <a:t>Entrada eléctrica 			110–230 V CA, 50/60 Hz</a:t>
            </a:r>
            <a:r>
              <a:rPr lang="en-US" sz="1600" kern="0" spc="3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lnSpc>
                <a:spcPct val="77000"/>
              </a:lnSpc>
              <a:spcBef>
                <a:spcPts val="1540"/>
              </a:spcBef>
              <a:tabLst/>
            </a:pPr>
            <a:r>
              <a:rPr lang="en-US" sz="1600" b="1" kern="0" spc="-30" dirty="0">
                <a:solidFill>
                  <a:srgbClr val="FFFFFF">
                    <a:alpha val="100000"/>
                  </a:srgbClr>
                </a:solidFill>
                <a:latin typeface="Microsoft YaHei"/>
                <a:ea typeface="Microsoft YaHei"/>
                <a:cs typeface="Microsoft YaHei"/>
              </a:rPr>
              <a:t>Potencia nominal			130 W (máx.)</a:t>
            </a:r>
            <a:r>
              <a:rPr sz="1600" b="1" kern="0" spc="-30" dirty="0">
                <a:solidFill>
                  <a:srgbClr val="FFFFFF">
                    <a:alpha val="100000"/>
                  </a:srgbClr>
                </a:solidFill>
                <a:latin typeface="Microsoft YaHei"/>
                <a:ea typeface="Microsoft YaHei"/>
                <a:cs typeface="Microsoft YaHei"/>
              </a:rPr>
              <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algn="l" rtl="0" eaLnBrk="0">
              <a:lnSpc>
                <a:spcPct val="112000"/>
              </a:lnSpc>
              <a:tabLst/>
            </a:pPr>
            <a:endParaRPr sz="1600" dirty="0">
              <a:latin typeface="Arial"/>
              <a:ea typeface="Arial"/>
              <a:cs typeface="Arial"/>
            </a:endParaRPr>
          </a:p>
          <a:p>
            <a:pPr marL="12700" algn="l" rtl="0" eaLnBrk="0">
              <a:lnSpc>
                <a:spcPts val="2248"/>
              </a:lnSpc>
              <a:spcBef>
                <a:spcPts val="511"/>
              </a:spcBef>
              <a:tabLst/>
            </a:pPr>
            <a:r>
              <a:rPr sz="1600" b="1" kern="0" spc="30" dirty="0">
                <a:solidFill>
                  <a:srgbClr val="FFFFFF">
                    <a:alpha val="100000"/>
                  </a:srgbClr>
                </a:solidFill>
                <a:latin typeface="Microsoft YaHei"/>
                <a:ea typeface="Microsoft YaHei"/>
                <a:cs typeface="Microsoft YaHei"/>
              </a:rPr>
              <a:t>Grado de protección		IP65 caja de control</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p>
          <a:p>
            <a:pPr marL="12700" algn="l" rtl="0" eaLnBrk="0">
              <a:lnSpc>
                <a:spcPts val="2248"/>
              </a:lnSpc>
              <a:spcBef>
                <a:spcPts val="511"/>
              </a:spcBef>
              <a:tabLst/>
            </a:pPr>
            <a:r>
              <a:rPr lang="en-US" sz="1600" kern="0" spc="30" dirty="0">
                <a:solidFill>
                  <a:srgbClr val="FFFFFF">
                    <a:alpha val="100000"/>
                  </a:srgbClr>
                </a:solidFill>
                <a:latin typeface="Microsoft YaHei"/>
                <a:ea typeface="Microsoft YaHei"/>
                <a:cs typeface="Microsoft YaHei"/>
              </a:rPr>
              <a:t>IP68 carcasa del motor</a:t>
            </a:r>
            <a:endParaRPr sz="1600" dirty="0">
              <a:latin typeface="Microsoft YaHei"/>
              <a:ea typeface="Microsoft YaHei"/>
              <a:cs typeface="Microsoft YaHei"/>
            </a:endParaRPr>
          </a:p>
        </p:txBody>
      </p:sp>
      <p:sp>
        <p:nvSpPr>
          <p:cNvPr id="142" name="textbox 142"/>
          <p:cNvSpPr/>
          <p:nvPr/>
        </p:nvSpPr>
        <p:spPr>
          <a:xfrm>
            <a:off x="36995" y="273582"/>
            <a:ext cx="7139057" cy="842010"/>
          </a:xfrm>
          <a:prstGeom prst="rect">
            <a:avLst/>
          </a:prstGeom>
          <a:noFill/>
          <a:ln w="0" cap="flat">
            <a:noFill/>
            <a:prstDash val="solid"/>
            <a:miter lim="0"/>
          </a:ln>
        </p:spPr>
        <p:txBody>
          <a:bodyPr vert="horz" wrap="square" lIns="0" tIns="0" rIns="0" bIns="0"/>
          <a:lstStyle/>
          <a:p>
            <a:pPr marL="617219" eaLnBrk="0">
              <a:lnSpc>
                <a:spcPts val="4418"/>
              </a:lnSpc>
              <a:spcBef>
                <a:spcPts val="270"/>
              </a:spcBef>
              <a:tabLst>
                <a:tab pos="883919" algn="l"/>
              </a:tabLst>
            </a:pPr>
            <a:r>
              <a:rPr sz="3200" b="1" kern="0" spc="0" dirty="0">
                <a:solidFill>
                  <a:srgbClr val="FFFFFF">
                    <a:alpha val="100000"/>
                  </a:srgbClr>
                </a:solidFill>
                <a:latin typeface="Microsoft YaHei"/>
                <a:ea typeface="Microsoft YaHei"/>
                <a:cs typeface="Microsoft YaHei"/>
              </a:rPr>
              <a:t>Especificaciones</a:t>
            </a:r>
            <a:endParaRPr sz="3000" baseline="-4568" dirty="0">
              <a:latin typeface="Microsoft YaHei"/>
              <a:ea typeface="Microsoft YaHei"/>
              <a:cs typeface="Microsoft YaHei"/>
            </a:endParaRPr>
          </a:p>
        </p:txBody>
      </p:sp>
      <p:sp>
        <p:nvSpPr>
          <p:cNvPr id="152" name="path 152"/>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graphicFrame>
        <p:nvGraphicFramePr>
          <p:cNvPr id="154" name="table 154"/>
          <p:cNvGraphicFramePr>
            <a:graphicFrameLocks noGrp="1"/>
          </p:cNvGraphicFramePr>
          <p:nvPr>
            <p:extLst>
              <p:ext uri="{D42A27DB-BD31-4B8C-83A1-F6EECF244321}">
                <p14:modId xmlns:p14="http://schemas.microsoft.com/office/powerpoint/2010/main" val="3581149039"/>
              </p:ext>
            </p:extLst>
          </p:nvPr>
        </p:nvGraphicFramePr>
        <p:xfrm>
          <a:off x="6535834" y="283464"/>
          <a:ext cx="5656165" cy="1294719"/>
        </p:xfrm>
        <a:graphic>
          <a:graphicData uri="http://schemas.openxmlformats.org/drawingml/2006/table">
            <a:tbl>
              <a:tblPr/>
              <a:tblGrid>
                <a:gridCol w="5656165">
                  <a:extLst>
                    <a:ext uri="{9D8B030D-6E8A-4147-A177-3AD203B41FA5}">
                      <a16:colId xmlns:a16="http://schemas.microsoft.com/office/drawing/2014/main" val="20000"/>
                    </a:ext>
                  </a:extLst>
                </a:gridCol>
              </a:tblGrid>
              <a:tr h="1294719">
                <a:tc>
                  <a:txBody>
                    <a:bodyPr/>
                    <a:lstStyle/>
                    <a:p>
                      <a:pPr algn="ctr" rtl="0" eaLnBrk="0">
                        <a:lnSpc>
                          <a:spcPct val="112000"/>
                        </a:lnSpc>
                        <a:tabLst/>
                      </a:pPr>
                      <a:endParaRPr sz="100" dirty="0">
                        <a:latin typeface="Arial"/>
                        <a:cs typeface="Arial"/>
                      </a:endParaRPr>
                    </a:p>
                    <a:p>
                      <a:pPr marL="60325" indent="-39688" algn="ctr" rtl="0" eaLnBrk="0">
                        <a:lnSpc>
                          <a:spcPts val="2404"/>
                        </a:lnSpc>
                        <a:tabLst/>
                      </a:pPr>
                      <a:r>
                        <a:rPr lang="en-GB" sz="2400" b="1" kern="0" spc="-20" dirty="0">
                          <a:solidFill>
                            <a:srgbClr val="009D9E">
                              <a:alpha val="100000"/>
                            </a:srgbClr>
                          </a:solidFill>
                          <a:latin typeface="Microsoft YaHei"/>
                          <a:ea typeface="Microsoft YaHei"/>
                          <a:cs typeface="Microsoft YaHei"/>
                        </a:rPr>
                        <a:t>WC-1010</a:t>
                      </a:r>
                      <a:endParaRPr lang="en-US" sz="3200" b="1" kern="0" spc="-10" baseline="-4568" dirty="0">
                        <a:solidFill>
                          <a:srgbClr val="009D9E">
                            <a:alpha val="100000"/>
                          </a:srgbClr>
                        </a:solidFill>
                        <a:latin typeface="Microsoft YaHei"/>
                        <a:ea typeface="Microsoft YaHei"/>
                      </a:endParaRPr>
                    </a:p>
                    <a:p>
                      <a:pPr marL="60325" indent="-39688" algn="ctr" rtl="0" eaLnBrk="0">
                        <a:lnSpc>
                          <a:spcPts val="2404"/>
                        </a:lnSpc>
                        <a:tabLst/>
                      </a:pPr>
                      <a:r>
                        <a:rPr lang="en-US" sz="3200" b="1" kern="0" spc="-10" baseline="-4568" dirty="0">
                          <a:solidFill>
                            <a:srgbClr val="009D9E">
                              <a:alpha val="100000"/>
                            </a:srgbClr>
                          </a:solidFill>
                          <a:latin typeface="Microsoft YaHei"/>
                          <a:ea typeface="Microsoft YaHei"/>
                        </a:rPr>
                        <a:t>Wired</a:t>
                      </a:r>
                      <a:r>
                        <a:rPr lang="en-US" sz="2000" b="1" kern="0" spc="-10" dirty="0">
                          <a:solidFill>
                            <a:srgbClr val="009D9E">
                              <a:alpha val="100000"/>
                            </a:srgbClr>
                          </a:solidFill>
                          <a:latin typeface="Microsoft YaHei"/>
                          <a:ea typeface="Microsoft YaHei"/>
                        </a:rPr>
                        <a:t>  </a:t>
                      </a:r>
                      <a:r>
                        <a:rPr lang="en-US" sz="3200" b="1" kern="0" spc="-10" baseline="-4568" dirty="0">
                          <a:solidFill>
                            <a:srgbClr val="009D9E">
                              <a:alpha val="100000"/>
                            </a:srgbClr>
                          </a:solidFill>
                          <a:latin typeface="Microsoft YaHei"/>
                          <a:ea typeface="Microsoft YaHei"/>
                        </a:rPr>
                        <a:t>Robotic</a:t>
                      </a:r>
                      <a:r>
                        <a:rPr lang="en-US" sz="2000" b="1" kern="0" spc="350" dirty="0">
                          <a:solidFill>
                            <a:srgbClr val="009D9E">
                              <a:alpha val="100000"/>
                            </a:srgbClr>
                          </a:solidFill>
                          <a:latin typeface="Microsoft YaHei"/>
                          <a:ea typeface="Microsoft YaHei"/>
                        </a:rPr>
                        <a:t> </a:t>
                      </a:r>
                      <a:r>
                        <a:rPr lang="en-US" sz="3200" b="1" kern="0" spc="-10" baseline="-4568" dirty="0">
                          <a:solidFill>
                            <a:srgbClr val="009D9E">
                              <a:alpha val="100000"/>
                            </a:srgbClr>
                          </a:solidFill>
                          <a:latin typeface="Microsoft YaHei"/>
                          <a:ea typeface="Microsoft YaHei"/>
                        </a:rPr>
                        <a:t>Pool</a:t>
                      </a:r>
                      <a:r>
                        <a:rPr lang="en-US" sz="2000" b="1" kern="0" spc="-10" dirty="0">
                          <a:solidFill>
                            <a:srgbClr val="009D9E">
                              <a:alpha val="100000"/>
                            </a:srgbClr>
                          </a:solidFill>
                          <a:latin typeface="Microsoft YaHei"/>
                          <a:ea typeface="Microsoft YaHei"/>
                        </a:rPr>
                        <a:t>  Cleaner </a:t>
                      </a:r>
                      <a:endParaRPr lang="en-US" sz="1400" b="1" kern="0" spc="-10" dirty="0">
                        <a:solidFill>
                          <a:srgbClr val="009D9E">
                            <a:alpha val="100000"/>
                          </a:srgbClr>
                        </a:solidFill>
                        <a:latin typeface="Microsoft YaHei"/>
                        <a:ea typeface="Microsoft YaHei"/>
                      </a:endParaRPr>
                    </a:p>
                    <a:p>
                      <a:pPr marL="60325" indent="-39688" algn="ctr" rtl="0" eaLnBrk="0">
                        <a:lnSpc>
                          <a:spcPts val="2404"/>
                        </a:lnSpc>
                        <a:tabLst/>
                      </a:pPr>
                      <a:r>
                        <a:rPr lang="en-GB" sz="1900" b="1" kern="0" spc="0" dirty="0">
                          <a:solidFill>
                            <a:srgbClr val="FFFFFF">
                              <a:alpha val="100000"/>
                            </a:srgbClr>
                          </a:solidFill>
                          <a:latin typeface="Microsoft YaHei"/>
                          <a:ea typeface="Microsoft YaHei"/>
                        </a:rPr>
                        <a:t>Diseñado para la Potencia. Construido para Durar.</a:t>
                      </a:r>
                      <a:endParaRPr sz="1900" dirty="0">
                        <a:latin typeface="Microsoft YaHei"/>
                        <a:ea typeface="Microsoft YaHei"/>
                      </a:endParaRPr>
                    </a:p>
                  </a:txBody>
                  <a:tcPr marL="0" marR="0" marT="0" marB="0">
                    <a:lnL>
                      <a:noFill/>
                    </a:lnL>
                    <a:lnR>
                      <a:noFill/>
                    </a:lnR>
                    <a:lnT>
                      <a:noFill/>
                    </a:lnT>
                    <a:lnB>
                      <a:noFill/>
                    </a:lnB>
                  </a:tcPr>
                </a:tc>
                <a:extLst>
                  <a:ext uri="{0D108BD9-81ED-4DB2-BD59-A6C34878D82A}">
                    <a16:rowId xmlns:a16="http://schemas.microsoft.com/office/drawing/2014/main" val="10000"/>
                  </a:ext>
                </a:extLst>
              </a:tr>
            </a:tbl>
          </a:graphicData>
        </a:graphic>
      </p:graphicFrame>
      <p:pic>
        <p:nvPicPr>
          <p:cNvPr id="160" name="picture 160"/>
          <p:cNvPicPr>
            <a:picLocks noChangeAspect="1"/>
          </p:cNvPicPr>
          <p:nvPr/>
        </p:nvPicPr>
        <p:blipFill>
          <a:blip r:embed="rId3"/>
          <a:stretch>
            <a:fillRect/>
          </a:stretch>
        </p:blipFill>
        <p:spPr>
          <a:xfrm rot="21600000">
            <a:off x="11468100" y="5810154"/>
            <a:ext cx="630935" cy="690372"/>
          </a:xfrm>
          <a:prstGeom prst="rect">
            <a:avLst/>
          </a:prstGeom>
        </p:spPr>
      </p:pic>
      <p:sp>
        <p:nvSpPr>
          <p:cNvPr id="2" name="TextBox 1">
            <a:extLst>
              <a:ext uri="{FF2B5EF4-FFF2-40B4-BE49-F238E27FC236}">
                <a16:creationId xmlns:a16="http://schemas.microsoft.com/office/drawing/2014/main" id="{DFFFB6CB-AF5F-F87A-DCC4-FBAC395A1750}"/>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rect 168"/>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170" name="textbox 170"/>
          <p:cNvSpPr/>
          <p:nvPr/>
        </p:nvSpPr>
        <p:spPr>
          <a:xfrm>
            <a:off x="881894" y="4938121"/>
            <a:ext cx="10421613" cy="15017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644"/>
              </a:lnSpc>
              <a:tabLst/>
            </a:pPr>
            <a:r>
              <a:rPr lang="en-GB" sz="2000" kern="0" spc="-20" dirty="0">
                <a:solidFill>
                  <a:srgbClr val="E5E7EB">
                    <a:alpha val="100000"/>
                  </a:srgbClr>
                </a:solidFill>
                <a:latin typeface="Microsoft YaHei"/>
                <a:ea typeface="Microsoft YaHei"/>
                <a:cs typeface="Microsoft YaHei"/>
              </a:rPr>
              <a:t>Sistema de limpieza automatizado con planificación inteligente de rutas que ofrece una cobertura total del suelo, paredes y línea de flotación de la piscina, garantizando una piscina siempre limpia y en perfecto estado con mínima intervención del usuario.</a:t>
            </a:r>
            <a:endParaRPr sz="2000" dirty="0">
              <a:latin typeface="Microsoft YaHei"/>
              <a:ea typeface="Microsoft YaHei"/>
              <a:cs typeface="Microsoft YaHei"/>
            </a:endParaRPr>
          </a:p>
        </p:txBody>
      </p:sp>
      <p:pic>
        <p:nvPicPr>
          <p:cNvPr id="172" name="picture 172"/>
          <p:cNvPicPr>
            <a:picLocks noChangeAspect="1"/>
          </p:cNvPicPr>
          <p:nvPr/>
        </p:nvPicPr>
        <p:blipFill>
          <a:blip r:embed="rId2"/>
          <a:stretch>
            <a:fillRect/>
          </a:stretch>
        </p:blipFill>
        <p:spPr>
          <a:xfrm rot="21600000">
            <a:off x="888491" y="1778508"/>
            <a:ext cx="3048000" cy="2031491"/>
          </a:xfrm>
          <a:prstGeom prst="rect">
            <a:avLst/>
          </a:prstGeom>
        </p:spPr>
      </p:pic>
      <p:pic>
        <p:nvPicPr>
          <p:cNvPr id="174" name="picture 174"/>
          <p:cNvPicPr>
            <a:picLocks noChangeAspect="1"/>
          </p:cNvPicPr>
          <p:nvPr/>
        </p:nvPicPr>
        <p:blipFill>
          <a:blip r:embed="rId3"/>
          <a:stretch>
            <a:fillRect/>
          </a:stretch>
        </p:blipFill>
        <p:spPr>
          <a:xfrm rot="21600000">
            <a:off x="4572000" y="1778508"/>
            <a:ext cx="3048000" cy="2031491"/>
          </a:xfrm>
          <a:prstGeom prst="rect">
            <a:avLst/>
          </a:prstGeom>
        </p:spPr>
      </p:pic>
      <p:pic>
        <p:nvPicPr>
          <p:cNvPr id="176" name="picture 176"/>
          <p:cNvPicPr>
            <a:picLocks noChangeAspect="1"/>
          </p:cNvPicPr>
          <p:nvPr/>
        </p:nvPicPr>
        <p:blipFill>
          <a:blip r:embed="rId4"/>
          <a:stretch>
            <a:fillRect/>
          </a:stretch>
        </p:blipFill>
        <p:spPr>
          <a:xfrm rot="21600000">
            <a:off x="8255507" y="1778508"/>
            <a:ext cx="3048000" cy="2031491"/>
          </a:xfrm>
          <a:prstGeom prst="rect">
            <a:avLst/>
          </a:prstGeom>
        </p:spPr>
      </p:pic>
      <p:sp>
        <p:nvSpPr>
          <p:cNvPr id="178" name="textbox 178"/>
          <p:cNvSpPr/>
          <p:nvPr/>
        </p:nvSpPr>
        <p:spPr>
          <a:xfrm>
            <a:off x="754714" y="693789"/>
            <a:ext cx="9035329" cy="61277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4623"/>
              </a:lnSpc>
              <a:tabLst/>
            </a:pPr>
            <a:r>
              <a:rPr lang="en-US" sz="3500" b="1" kern="0" spc="40" dirty="0">
                <a:solidFill>
                  <a:srgbClr val="009D9E">
                    <a:alpha val="100000"/>
                  </a:srgbClr>
                </a:solidFill>
                <a:latin typeface="Microsoft YaHei"/>
                <a:ea typeface="Microsoft YaHei"/>
                <a:cs typeface="Microsoft YaHei"/>
              </a:rPr>
              <a:t>Limpieza Inteligente de Cobertura Total</a:t>
            </a:r>
            <a:endParaRPr sz="3500" dirty="0">
              <a:latin typeface="Microsoft YaHei"/>
              <a:ea typeface="Microsoft YaHei"/>
              <a:cs typeface="Microsoft YaHei"/>
            </a:endParaRPr>
          </a:p>
        </p:txBody>
      </p:sp>
      <p:sp>
        <p:nvSpPr>
          <p:cNvPr id="180" name="textbox 180"/>
          <p:cNvSpPr/>
          <p:nvPr/>
        </p:nvSpPr>
        <p:spPr>
          <a:xfrm>
            <a:off x="4934546" y="3987863"/>
            <a:ext cx="1986279"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20" dirty="0">
                <a:solidFill>
                  <a:srgbClr val="009D9E">
                    <a:alpha val="100000"/>
                  </a:srgbClr>
                </a:solidFill>
                <a:latin typeface="Microsoft YaHei"/>
                <a:ea typeface="Microsoft YaHei"/>
                <a:cs typeface="Microsoft YaHei"/>
              </a:rPr>
              <a:t>Limpieza de Paredes</a:t>
            </a:r>
            <a:r>
              <a:rPr lang="en-US" sz="1500" b="1" kern="0" spc="20" dirty="0">
                <a:solidFill>
                  <a:srgbClr val="009D9E">
                    <a:alpha val="100000"/>
                  </a:srgbClr>
                </a:solidFill>
                <a:latin typeface="Microsoft YaHei"/>
                <a:ea typeface="Microsoft YaHei"/>
                <a:cs typeface="Microsoft YaHei"/>
              </a:rPr>
              <a:t/>
            </a:r>
            <a:r>
              <a:rPr sz="1500" b="1" kern="0" spc="20" dirty="0">
                <a:solidFill>
                  <a:srgbClr val="009D9E">
                    <a:alpha val="100000"/>
                  </a:srgbClr>
                </a:solidFill>
                <a:latin typeface="Microsoft YaHei"/>
                <a:ea typeface="Microsoft YaHei"/>
                <a:cs typeface="Microsoft YaHei"/>
              </a:rPr>
              <a:t/>
            </a:r>
            <a:r>
              <a:rPr sz="1500" b="1" kern="0" spc="210" dirty="0">
                <a:solidFill>
                  <a:srgbClr val="009D9E">
                    <a:alpha val="100000"/>
                  </a:srgbClr>
                </a:solidFill>
                <a:latin typeface="Microsoft YaHei"/>
                <a:ea typeface="Microsoft YaHei"/>
                <a:cs typeface="Microsoft YaHei"/>
              </a:rPr>
              <a:t/>
            </a:r>
            <a:r>
              <a:rPr sz="1500" b="1" kern="0" spc="20" dirty="0">
                <a:solidFill>
                  <a:srgbClr val="009D9E">
                    <a:alpha val="100000"/>
                  </a:srgbClr>
                </a:solidFill>
                <a:latin typeface="Microsoft YaHei"/>
                <a:ea typeface="Microsoft YaHei"/>
                <a:cs typeface="Microsoft YaHei"/>
              </a:rPr>
              <a:t/>
            </a:r>
            <a:endParaRPr sz="1500" dirty="0">
              <a:latin typeface="Microsoft YaHei"/>
              <a:ea typeface="Microsoft YaHei"/>
              <a:cs typeface="Microsoft YaHei"/>
            </a:endParaRPr>
          </a:p>
        </p:txBody>
      </p:sp>
      <p:sp>
        <p:nvSpPr>
          <p:cNvPr id="182" name="textbox 182"/>
          <p:cNvSpPr/>
          <p:nvPr/>
        </p:nvSpPr>
        <p:spPr>
          <a:xfrm>
            <a:off x="1266101" y="3987863"/>
            <a:ext cx="1969135"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10" dirty="0">
                <a:solidFill>
                  <a:srgbClr val="009D9E">
                    <a:alpha val="100000"/>
                  </a:srgbClr>
                </a:solidFill>
                <a:latin typeface="Microsoft YaHei"/>
                <a:ea typeface="Microsoft YaHei"/>
                <a:cs typeface="Microsoft YaHei"/>
              </a:rPr>
              <a:t>Limpieza del Suelo</a:t>
            </a:r>
            <a:r>
              <a:rPr sz="1500" b="1" kern="0" spc="330" dirty="0">
                <a:solidFill>
                  <a:srgbClr val="009D9E">
                    <a:alpha val="100000"/>
                  </a:srgbClr>
                </a:solidFill>
                <a:latin typeface="Microsoft YaHei"/>
                <a:ea typeface="Microsoft YaHei"/>
                <a:cs typeface="Microsoft YaHei"/>
              </a:rPr>
              <a:t/>
            </a:r>
            <a:r>
              <a:rPr sz="1500" b="1" kern="0" spc="10" dirty="0">
                <a:solidFill>
                  <a:srgbClr val="009D9E">
                    <a:alpha val="100000"/>
                  </a:srgbClr>
                </a:solidFill>
                <a:latin typeface="Microsoft YaHei"/>
                <a:ea typeface="Microsoft YaHei"/>
                <a:cs typeface="Microsoft YaHei"/>
              </a:rPr>
              <a:t/>
            </a:r>
            <a:r>
              <a:rPr sz="1500" b="1" kern="0" spc="0" dirty="0">
                <a:solidFill>
                  <a:srgbClr val="009D9E">
                    <a:alpha val="100000"/>
                  </a:srgbClr>
                </a:solidFill>
                <a:latin typeface="Microsoft YaHei"/>
                <a:ea typeface="Microsoft YaHei"/>
                <a:cs typeface="Microsoft YaHei"/>
              </a:rPr>
              <a:t/>
            </a:r>
            <a:endParaRPr sz="1500" dirty="0">
              <a:latin typeface="Microsoft YaHei"/>
              <a:ea typeface="Microsoft YaHei"/>
              <a:cs typeface="Microsoft YaHei"/>
            </a:endParaRPr>
          </a:p>
        </p:txBody>
      </p:sp>
      <p:sp>
        <p:nvSpPr>
          <p:cNvPr id="184" name="textbox 184"/>
          <p:cNvSpPr/>
          <p:nvPr/>
        </p:nvSpPr>
        <p:spPr>
          <a:xfrm>
            <a:off x="8661768" y="3987863"/>
            <a:ext cx="1934845" cy="27685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978"/>
              </a:lnSpc>
              <a:tabLst/>
            </a:pPr>
            <a:r>
              <a:rPr sz="1500" b="1" kern="0" spc="30" dirty="0">
                <a:solidFill>
                  <a:srgbClr val="009D9E">
                    <a:alpha val="100000"/>
                  </a:srgbClr>
                </a:solidFill>
                <a:latin typeface="Microsoft YaHei"/>
                <a:ea typeface="Microsoft YaHei"/>
                <a:cs typeface="Microsoft YaHei"/>
              </a:rPr>
              <a:t>Limpieza de la Línea de Flotación</a:t>
            </a:r>
            <a:r>
              <a:rPr sz="1500" b="1" kern="0" spc="130" dirty="0">
                <a:solidFill>
                  <a:srgbClr val="009D9E">
                    <a:alpha val="100000"/>
                  </a:srgbClr>
                </a:solidFill>
                <a:latin typeface="Microsoft YaHei"/>
                <a:ea typeface="Microsoft YaHei"/>
                <a:cs typeface="Microsoft YaHei"/>
              </a:rPr>
              <a:t/>
            </a:r>
            <a:r>
              <a:rPr sz="1500" b="1" kern="0" spc="30" dirty="0">
                <a:solidFill>
                  <a:srgbClr val="009D9E">
                    <a:alpha val="100000"/>
                  </a:srgbClr>
                </a:solidFill>
                <a:latin typeface="Microsoft YaHei"/>
                <a:ea typeface="Microsoft YaHei"/>
                <a:cs typeface="Microsoft YaHei"/>
              </a:rPr>
              <a:t/>
            </a:r>
            <a:r>
              <a:rPr sz="1500" b="1" kern="0" spc="20" dirty="0">
                <a:solidFill>
                  <a:srgbClr val="009D9E">
                    <a:alpha val="100000"/>
                  </a:srgbClr>
                </a:solidFill>
                <a:latin typeface="Microsoft YaHei"/>
                <a:ea typeface="Microsoft YaHei"/>
                <a:cs typeface="Microsoft YaHei"/>
              </a:rPr>
              <a:t/>
            </a:r>
            <a:endParaRPr sz="1500" dirty="0">
              <a:latin typeface="Microsoft YaHei"/>
              <a:ea typeface="Microsoft YaHei"/>
              <a:cs typeface="Microsoft YaHei"/>
            </a:endParaRPr>
          </a:p>
        </p:txBody>
      </p:sp>
      <p:pic>
        <p:nvPicPr>
          <p:cNvPr id="186" name="picture 186"/>
          <p:cNvPicPr>
            <a:picLocks noChangeAspect="1"/>
          </p:cNvPicPr>
          <p:nvPr/>
        </p:nvPicPr>
        <p:blipFill>
          <a:blip r:embed="rId5"/>
          <a:stretch>
            <a:fillRect/>
          </a:stretch>
        </p:blipFill>
        <p:spPr>
          <a:xfrm rot="21600000">
            <a:off x="888491" y="4311395"/>
            <a:ext cx="3048000" cy="12192"/>
          </a:xfrm>
          <a:prstGeom prst="rect">
            <a:avLst/>
          </a:prstGeom>
        </p:spPr>
      </p:pic>
      <p:pic>
        <p:nvPicPr>
          <p:cNvPr id="188" name="picture 188"/>
          <p:cNvPicPr>
            <a:picLocks noChangeAspect="1"/>
          </p:cNvPicPr>
          <p:nvPr/>
        </p:nvPicPr>
        <p:blipFill>
          <a:blip r:embed="rId5"/>
          <a:stretch>
            <a:fillRect/>
          </a:stretch>
        </p:blipFill>
        <p:spPr>
          <a:xfrm rot="21600000">
            <a:off x="4572000" y="4311395"/>
            <a:ext cx="3048000" cy="12192"/>
          </a:xfrm>
          <a:prstGeom prst="rect">
            <a:avLst/>
          </a:prstGeom>
        </p:spPr>
      </p:pic>
      <p:pic>
        <p:nvPicPr>
          <p:cNvPr id="190" name="picture 190"/>
          <p:cNvPicPr>
            <a:picLocks noChangeAspect="1"/>
          </p:cNvPicPr>
          <p:nvPr/>
        </p:nvPicPr>
        <p:blipFill>
          <a:blip r:embed="rId5"/>
          <a:stretch>
            <a:fillRect/>
          </a:stretch>
        </p:blipFill>
        <p:spPr>
          <a:xfrm rot="21600000">
            <a:off x="8255507" y="4311395"/>
            <a:ext cx="3048000" cy="12192"/>
          </a:xfrm>
          <a:prstGeom prst="rect">
            <a:avLst/>
          </a:prstGeom>
        </p:spPr>
      </p:pic>
      <p:sp>
        <p:nvSpPr>
          <p:cNvPr id="2" name="TextBox 1">
            <a:extLst>
              <a:ext uri="{FF2B5EF4-FFF2-40B4-BE49-F238E27FC236}">
                <a16:creationId xmlns:a16="http://schemas.microsoft.com/office/drawing/2014/main" id="{859BC522-1DC2-65F4-BFBB-6469A370FD12}"/>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 name="rect 192"/>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194" name="textbox 194"/>
          <p:cNvSpPr/>
          <p:nvPr/>
        </p:nvSpPr>
        <p:spPr>
          <a:xfrm>
            <a:off x="369417" y="3710368"/>
            <a:ext cx="5314950" cy="244538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98450" indent="-285750" algn="l" rtl="0" eaLnBrk="0">
              <a:lnSpc>
                <a:spcPts val="1978"/>
              </a:lnSpc>
              <a:buFont typeface="Arial" panose="020B0604020202020204" pitchFamily="34" charset="0"/>
              <a:buChar char="•"/>
              <a:tabLst/>
            </a:pPr>
            <a:r>
              <a:rPr lang="en-US" sz="1500" b="1" kern="0" spc="0" dirty="0">
                <a:solidFill>
                  <a:srgbClr val="009D9E">
                    <a:alpha val="100000"/>
                  </a:srgbClr>
                </a:solidFill>
                <a:latin typeface="Microsoft YaHei"/>
                <a:ea typeface="Microsoft YaHei"/>
                <a:cs typeface="Microsoft YaHei"/>
              </a:rPr>
              <a:t>Acoplamiento Inteligente con Batería Baja</a:t>
            </a:r>
            <a:endParaRPr sz="1500" dirty="0">
              <a:latin typeface="Microsoft YaHei"/>
              <a:ea typeface="Microsoft YaHei"/>
              <a:cs typeface="Microsoft YaHei"/>
            </a:endParaRPr>
          </a:p>
          <a:p>
            <a:pPr marL="288925" eaLnBrk="0">
              <a:lnSpc>
                <a:spcPts val="1936"/>
              </a:lnSpc>
              <a:spcBef>
                <a:spcPts val="455"/>
              </a:spcBef>
            </a:pPr>
            <a:r>
              <a:rPr lang="en-GB" sz="1500" kern="0" spc="0" dirty="0">
                <a:solidFill>
                  <a:srgbClr val="E5E7EB">
                    <a:alpha val="100000"/>
                  </a:srgbClr>
                </a:solidFill>
                <a:latin typeface="Microsoft YaHei"/>
                <a:ea typeface="Microsoft YaHei"/>
                <a:cs typeface="Microsoft YaHei"/>
              </a:rPr>
              <a:t>Regresa automáticamente al borde de la piscina cuando la carga es baja, eliminando la necesidad de retirada manual y garantizando un funcionamiento ininterrumpido.</a:t>
            </a:r>
          </a:p>
          <a:p>
            <a:pPr marL="288925" indent="-288925" algn="l" rtl="0" eaLnBrk="0">
              <a:lnSpc>
                <a:spcPts val="1936"/>
              </a:lnSpc>
              <a:spcBef>
                <a:spcPts val="455"/>
              </a:spcBef>
              <a:buFont typeface="Arial" panose="020B0604020202020204" pitchFamily="34" charset="0"/>
              <a:buChar char="•"/>
              <a:tabLst/>
            </a:pPr>
            <a:r>
              <a:rPr lang="en-US" sz="1500" b="1" kern="0" spc="30" dirty="0">
                <a:solidFill>
                  <a:srgbClr val="009D9E">
                    <a:alpha val="100000"/>
                  </a:srgbClr>
                </a:solidFill>
                <a:latin typeface="Microsoft YaHei"/>
                <a:ea typeface="Microsoft YaHei"/>
                <a:cs typeface="Microsoft YaHei"/>
              </a:rPr>
              <a:t>Control Remoto mediante App</a:t>
            </a:r>
          </a:p>
          <a:p>
            <a:pPr marL="288925" lvl="1" eaLnBrk="0">
              <a:lnSpc>
                <a:spcPts val="1936"/>
              </a:lnSpc>
              <a:spcBef>
                <a:spcPts val="455"/>
              </a:spcBef>
            </a:pPr>
            <a:r>
              <a:rPr lang="en-GB" sz="1500" kern="0" spc="20" dirty="0">
                <a:solidFill>
                  <a:srgbClr val="E5E7EB">
                    <a:alpha val="100000"/>
                  </a:srgbClr>
                </a:solidFill>
                <a:latin typeface="Microsoft YaHei"/>
                <a:ea typeface="Microsoft YaHei"/>
                <a:cs typeface="Microsoft YaHei"/>
              </a:rPr>
              <a:t>Inicie, pause o programe ciclos de limpieza directamente desde la aplicación móvil, disfrutando de un control cómodo y en cualquier momento desde su smartphone.</a:t>
            </a:r>
            <a:endParaRPr sz="1500" dirty="0">
              <a:latin typeface="Microsoft YaHei"/>
              <a:ea typeface="Microsoft YaHei"/>
              <a:cs typeface="Microsoft YaHei"/>
            </a:endParaRPr>
          </a:p>
        </p:txBody>
      </p:sp>
      <p:sp>
        <p:nvSpPr>
          <p:cNvPr id="196" name="textbox 196"/>
          <p:cNvSpPr/>
          <p:nvPr/>
        </p:nvSpPr>
        <p:spPr>
          <a:xfrm>
            <a:off x="6431127" y="850328"/>
            <a:ext cx="5247640" cy="2382520"/>
          </a:xfrm>
          <a:prstGeom prst="rect">
            <a:avLst/>
          </a:prstGeom>
          <a:noFill/>
          <a:ln w="0" cap="flat">
            <a:noFill/>
            <a:prstDash val="solid"/>
            <a:miter lim="0"/>
          </a:ln>
        </p:spPr>
        <p:txBody>
          <a:bodyPr vert="horz" wrap="square" lIns="0" tIns="0" rIns="0" bIns="0"/>
          <a:lstStyle/>
          <a:p>
            <a:pPr algn="l" rtl="0" eaLnBrk="0">
              <a:lnSpc>
                <a:spcPct val="85233"/>
              </a:lnSpc>
              <a:tabLst/>
            </a:pPr>
            <a:endParaRPr sz="100" dirty="0">
              <a:latin typeface="Arial"/>
              <a:ea typeface="Arial"/>
              <a:cs typeface="Arial"/>
            </a:endParaRPr>
          </a:p>
          <a:p>
            <a:pPr marL="298450" indent="-285750" algn="l" rtl="0" eaLnBrk="0">
              <a:lnSpc>
                <a:spcPct val="116000"/>
              </a:lnSpc>
              <a:buFont typeface="Arial" panose="020B0604020202020204" pitchFamily="34" charset="0"/>
              <a:buChar char="•"/>
              <a:tabLst/>
            </a:pPr>
            <a:r>
              <a:rPr lang="en-GB" sz="1500" b="1" kern="0" spc="-20" dirty="0">
                <a:solidFill>
                  <a:srgbClr val="009D9E">
                    <a:alpha val="100000"/>
                  </a:srgbClr>
                </a:solidFill>
                <a:latin typeface="Microsoft YaHei"/>
                <a:ea typeface="Microsoft YaHei"/>
                <a:cs typeface="Microsoft YaHei"/>
              </a:rPr>
              <a:t>Cable Flotante de Largo Alcance</a:t>
            </a:r>
            <a:endParaRPr lang="en-US" sz="1500" kern="0" spc="-20" dirty="0">
              <a:solidFill>
                <a:srgbClr val="E5E7EB">
                  <a:alpha val="100000"/>
                </a:srgbClr>
              </a:solidFill>
              <a:latin typeface="Microsoft YaHei"/>
              <a:ea typeface="Microsoft YaHei"/>
              <a:cs typeface="Microsoft YaHei"/>
            </a:endParaRPr>
          </a:p>
          <a:p>
            <a:pPr marL="288925" algn="l" rtl="0" eaLnBrk="0">
              <a:lnSpc>
                <a:spcPct val="116000"/>
              </a:lnSpc>
              <a:tabLst/>
            </a:pPr>
            <a:r>
              <a:rPr lang="en-GB" sz="1500" kern="0" spc="-20" dirty="0">
                <a:solidFill>
                  <a:srgbClr val="E5E7EB">
                    <a:alpha val="100000"/>
                  </a:srgbClr>
                </a:solidFill>
                <a:latin typeface="Microsoft YaHei"/>
                <a:ea typeface="Microsoft YaHei"/>
                <a:cs typeface="Microsoft YaHei"/>
              </a:rPr>
              <a:t>Cable flotante extralargo de 17 m o 25 m que proporciona una amplia cobertura, evitando enredos para un movimiento suave y fiable.</a:t>
            </a:r>
            <a:endParaRPr sz="1500" dirty="0">
              <a:latin typeface="Microsoft YaHei"/>
              <a:ea typeface="Microsoft YaHei"/>
              <a:cs typeface="Microsoft YaHei"/>
            </a:endParaRPr>
          </a:p>
          <a:p>
            <a:pPr marL="299085" indent="-285750" algn="l" rtl="0" eaLnBrk="0">
              <a:lnSpc>
                <a:spcPct val="116000"/>
              </a:lnSpc>
              <a:spcBef>
                <a:spcPts val="614"/>
              </a:spcBef>
              <a:buFont typeface="Arial" panose="020B0604020202020204" pitchFamily="34" charset="0"/>
              <a:buChar char="•"/>
              <a:tabLst/>
            </a:pPr>
            <a:r>
              <a:rPr lang="en-GB" sz="1500" b="1" kern="0" spc="20" dirty="0">
                <a:solidFill>
                  <a:srgbClr val="009D9E">
                    <a:alpha val="100000"/>
                  </a:srgbClr>
                </a:solidFill>
                <a:latin typeface="Microsoft YaHei"/>
                <a:ea typeface="Microsoft YaHei"/>
                <a:cs typeface="Microsoft YaHei"/>
              </a:rPr>
              <a:t>Cartucho de Filtro de Fácil Sustitución</a:t>
            </a:r>
            <a:r>
              <a:rPr sz="1500" b="1" kern="0" spc="10" dirty="0">
                <a:solidFill>
                  <a:srgbClr val="009D9E">
                    <a:alpha val="100000"/>
                  </a:srgbClr>
                </a:solidFill>
                <a:latin typeface="Microsoft YaHei"/>
                <a:ea typeface="Microsoft YaHei"/>
                <a:cs typeface="Microsoft YaHei"/>
              </a:rPr>
              <a:t/>
            </a:r>
            <a:endParaRPr lang="en-US" sz="1500" b="1" kern="0" spc="10" dirty="0">
              <a:solidFill>
                <a:srgbClr val="009D9E">
                  <a:alpha val="100000"/>
                </a:srgbClr>
              </a:solidFill>
              <a:latin typeface="Microsoft YaHei"/>
              <a:ea typeface="Microsoft YaHei"/>
              <a:cs typeface="Microsoft YaHei"/>
            </a:endParaRPr>
          </a:p>
          <a:p>
            <a:pPr marL="288925" algn="l" rtl="0" eaLnBrk="0">
              <a:lnSpc>
                <a:spcPct val="116000"/>
              </a:lnSpc>
              <a:spcBef>
                <a:spcPts val="614"/>
              </a:spcBef>
              <a:tabLst/>
            </a:pPr>
            <a:r>
              <a:rPr lang="en-GB" sz="1500" kern="0" spc="10" dirty="0">
                <a:solidFill>
                  <a:srgbClr val="E5E7EB">
                    <a:alpha val="100000"/>
                  </a:srgbClr>
                </a:solidFill>
                <a:latin typeface="Microsoft YaHei"/>
                <a:ea typeface="Microsoft YaHei"/>
                <a:cs typeface="Microsoft YaHei"/>
              </a:rPr>
              <a:t>Diseño de cartucho de filtro de liberación rápida que permite una extracción, limpieza y sustitución ágiles para mantener un rendimiento de filtración óptimo.</a:t>
            </a:r>
            <a:endParaRPr sz="1500" dirty="0">
              <a:latin typeface="Microsoft YaHei"/>
              <a:ea typeface="Microsoft YaHei"/>
              <a:cs typeface="Microsoft YaHei"/>
            </a:endParaRPr>
          </a:p>
        </p:txBody>
      </p:sp>
      <p:pic>
        <p:nvPicPr>
          <p:cNvPr id="198" name="picture 198"/>
          <p:cNvPicPr>
            <a:picLocks noChangeAspect="1"/>
          </p:cNvPicPr>
          <p:nvPr/>
        </p:nvPicPr>
        <p:blipFill>
          <a:blip r:embed="rId2"/>
          <a:stretch>
            <a:fillRect/>
          </a:stretch>
        </p:blipFill>
        <p:spPr>
          <a:xfrm rot="21600000">
            <a:off x="3122676" y="1252727"/>
            <a:ext cx="2552700" cy="2084832"/>
          </a:xfrm>
          <a:prstGeom prst="rect">
            <a:avLst/>
          </a:prstGeom>
        </p:spPr>
      </p:pic>
      <p:pic>
        <p:nvPicPr>
          <p:cNvPr id="200" name="picture 200"/>
          <p:cNvPicPr>
            <a:picLocks noChangeAspect="1"/>
          </p:cNvPicPr>
          <p:nvPr/>
        </p:nvPicPr>
        <p:blipFill>
          <a:blip r:embed="rId3"/>
          <a:stretch>
            <a:fillRect/>
          </a:stretch>
        </p:blipFill>
        <p:spPr>
          <a:xfrm rot="21600000">
            <a:off x="9086088" y="3649979"/>
            <a:ext cx="2545079" cy="2077211"/>
          </a:xfrm>
          <a:prstGeom prst="rect">
            <a:avLst/>
          </a:prstGeom>
        </p:spPr>
      </p:pic>
      <p:pic>
        <p:nvPicPr>
          <p:cNvPr id="202" name="picture 202"/>
          <p:cNvPicPr>
            <a:picLocks noChangeAspect="1"/>
          </p:cNvPicPr>
          <p:nvPr/>
        </p:nvPicPr>
        <p:blipFill>
          <a:blip r:embed="rId4"/>
          <a:stretch>
            <a:fillRect/>
          </a:stretch>
        </p:blipFill>
        <p:spPr>
          <a:xfrm rot="21600000">
            <a:off x="385571" y="1252728"/>
            <a:ext cx="2453639" cy="2095500"/>
          </a:xfrm>
          <a:prstGeom prst="rect">
            <a:avLst/>
          </a:prstGeom>
        </p:spPr>
      </p:pic>
      <p:pic>
        <p:nvPicPr>
          <p:cNvPr id="204" name="picture 204"/>
          <p:cNvPicPr>
            <a:picLocks noChangeAspect="1"/>
          </p:cNvPicPr>
          <p:nvPr/>
        </p:nvPicPr>
        <p:blipFill>
          <a:blip r:embed="rId5"/>
          <a:stretch>
            <a:fillRect/>
          </a:stretch>
        </p:blipFill>
        <p:spPr>
          <a:xfrm rot="21600000">
            <a:off x="6412991" y="3639311"/>
            <a:ext cx="2453639" cy="2095500"/>
          </a:xfrm>
          <a:prstGeom prst="rect">
            <a:avLst/>
          </a:prstGeom>
        </p:spPr>
      </p:pic>
      <p:sp>
        <p:nvSpPr>
          <p:cNvPr id="206" name="textbox 206"/>
          <p:cNvSpPr/>
          <p:nvPr/>
        </p:nvSpPr>
        <p:spPr>
          <a:xfrm>
            <a:off x="6088138" y="5953924"/>
            <a:ext cx="6015990" cy="47815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561"/>
              </a:lnSpc>
              <a:tabLst/>
            </a:pPr>
            <a:r>
              <a:rPr sz="2600" b="1" kern="0" spc="0" dirty="0">
                <a:solidFill>
                  <a:srgbClr val="009D9E">
                    <a:alpha val="100000"/>
                  </a:srgbClr>
                </a:solidFill>
                <a:latin typeface="Microsoft YaHei"/>
                <a:ea typeface="Microsoft YaHei"/>
                <a:cs typeface="Microsoft YaHei"/>
              </a:rPr>
              <a:t>Funcionamiento Flexible y de Larga Duración</a:t>
            </a:r>
            <a:r>
              <a:rPr lang="en-US" sz="2600" b="1" kern="0" spc="220" dirty="0">
                <a:solidFill>
                  <a:srgbClr val="009D9E">
                    <a:alpha val="100000"/>
                  </a:srgbClr>
                </a:solidFill>
                <a:latin typeface="Microsoft YaHei"/>
                <a:ea typeface="Microsoft YaHei"/>
                <a:cs typeface="Microsoft YaHei"/>
              </a:rPr>
              <a:t/>
            </a:r>
            <a:r>
              <a:rPr sz="2600" b="1" kern="0" spc="220" dirty="0">
                <a:solidFill>
                  <a:srgbClr val="009D9E">
                    <a:alpha val="100000"/>
                  </a:srgbClr>
                </a:solidFill>
                <a:latin typeface="Microsoft YaHei"/>
                <a:ea typeface="Microsoft YaHei"/>
                <a:cs typeface="Microsoft YaHei"/>
              </a:rPr>
              <a:t/>
            </a:r>
            <a:r>
              <a:rPr sz="2600" b="1" kern="0" spc="0" dirty="0">
                <a:solidFill>
                  <a:srgbClr val="009D9E">
                    <a:alpha val="100000"/>
                  </a:srgbClr>
                </a:solidFill>
                <a:latin typeface="Microsoft YaHei"/>
                <a:ea typeface="Microsoft YaHei"/>
                <a:cs typeface="Microsoft YaHei"/>
              </a:rPr>
              <a:t/>
            </a:r>
            <a:r>
              <a:rPr sz="2600" b="1" kern="0" spc="220" dirty="0">
                <a:solidFill>
                  <a:srgbClr val="009D9E">
                    <a:alpha val="100000"/>
                  </a:srgbClr>
                </a:solidFill>
                <a:latin typeface="Microsoft YaHei"/>
                <a:ea typeface="Microsoft YaHei"/>
                <a:cs typeface="Microsoft YaHei"/>
              </a:rPr>
              <a:t/>
            </a:r>
            <a:r>
              <a:rPr lang="en-US" sz="2600" b="1" kern="0" spc="-180" dirty="0">
                <a:solidFill>
                  <a:srgbClr val="009D9E">
                    <a:alpha val="100000"/>
                  </a:srgbClr>
                </a:solidFill>
                <a:latin typeface="Microsoft YaHei"/>
                <a:ea typeface="Microsoft YaHei"/>
                <a:cs typeface="Microsoft YaHei"/>
              </a:rPr>
              <a:t/>
            </a:r>
            <a:r>
              <a:rPr sz="2600" b="1" kern="0" spc="500" dirty="0">
                <a:solidFill>
                  <a:srgbClr val="009D9E">
                    <a:alpha val="100000"/>
                  </a:srgbClr>
                </a:solidFill>
                <a:latin typeface="Microsoft YaHei"/>
                <a:ea typeface="Microsoft YaHei"/>
                <a:cs typeface="Microsoft YaHei"/>
              </a:rPr>
              <a:t/>
            </a:r>
            <a:r>
              <a:rPr sz="2600" b="1" kern="0" spc="0" dirty="0">
                <a:solidFill>
                  <a:srgbClr val="009D9E">
                    <a:alpha val="100000"/>
                  </a:srgbClr>
                </a:solidFill>
                <a:latin typeface="Microsoft YaHei"/>
                <a:ea typeface="Microsoft YaHei"/>
                <a:cs typeface="Microsoft YaHei"/>
              </a:rPr>
              <a:t/>
            </a:r>
            <a:endParaRPr sz="2600" dirty="0">
              <a:latin typeface="Microsoft YaHei"/>
              <a:ea typeface="Microsoft YaHei"/>
              <a:cs typeface="Microsoft YaHei"/>
            </a:endParaRPr>
          </a:p>
        </p:txBody>
      </p:sp>
      <p:sp>
        <p:nvSpPr>
          <p:cNvPr id="208" name="textbox 208"/>
          <p:cNvSpPr/>
          <p:nvPr/>
        </p:nvSpPr>
        <p:spPr>
          <a:xfrm>
            <a:off x="418426" y="186606"/>
            <a:ext cx="5073650" cy="47815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561"/>
              </a:lnSpc>
              <a:tabLst/>
            </a:pPr>
            <a:r>
              <a:rPr lang="en-US" sz="2600" b="1" kern="0" spc="0" dirty="0">
                <a:solidFill>
                  <a:srgbClr val="009D9E">
                    <a:alpha val="100000"/>
                  </a:srgbClr>
                </a:solidFill>
                <a:latin typeface="Microsoft YaHei"/>
                <a:ea typeface="Microsoft YaHei"/>
                <a:cs typeface="Microsoft YaHei"/>
              </a:rPr>
              <a:t>Control Avanzado y Funcionamiento Inteligente</a:t>
            </a:r>
            <a:endParaRPr sz="2600" dirty="0">
              <a:latin typeface="Microsoft YaHei"/>
              <a:ea typeface="Microsoft YaHei"/>
              <a:cs typeface="Microsoft YaHei"/>
            </a:endParaRPr>
          </a:p>
        </p:txBody>
      </p:sp>
      <p:sp>
        <p:nvSpPr>
          <p:cNvPr id="210" name="path 210"/>
          <p:cNvSpPr/>
          <p:nvPr/>
        </p:nvSpPr>
        <p:spPr>
          <a:xfrm>
            <a:off x="5917691" y="629411"/>
            <a:ext cx="28956" cy="5660136"/>
          </a:xfrm>
          <a:custGeom>
            <a:avLst/>
            <a:gdLst/>
            <a:ahLst/>
            <a:cxnLst/>
            <a:rect l="0" t="0" r="0" b="0"/>
            <a:pathLst>
              <a:path w="45" h="8913">
                <a:moveTo>
                  <a:pt x="45" y="0"/>
                </a:moveTo>
                <a:lnTo>
                  <a:pt x="45" y="8913"/>
                </a:lnTo>
                <a:lnTo>
                  <a:pt x="0" y="8913"/>
                </a:lnTo>
                <a:lnTo>
                  <a:pt x="0" y="0"/>
                </a:lnTo>
                <a:lnTo>
                  <a:pt x="45"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2" name="TextBox 1">
            <a:extLst>
              <a:ext uri="{FF2B5EF4-FFF2-40B4-BE49-F238E27FC236}">
                <a16:creationId xmlns:a16="http://schemas.microsoft.com/office/drawing/2014/main" id="{9309134E-C409-C888-0CCA-85B4DB5DB9DD}"/>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 name="rect 212"/>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214" name="picture 214"/>
          <p:cNvPicPr>
            <a:picLocks noChangeAspect="1"/>
          </p:cNvPicPr>
          <p:nvPr/>
        </p:nvPicPr>
        <p:blipFill>
          <a:blip r:embed="rId2"/>
          <a:stretch>
            <a:fillRect/>
          </a:stretch>
        </p:blipFill>
        <p:spPr>
          <a:xfrm rot="21600000">
            <a:off x="8040623" y="3015995"/>
            <a:ext cx="3808476" cy="2697479"/>
          </a:xfrm>
          <a:prstGeom prst="rect">
            <a:avLst/>
          </a:prstGeom>
        </p:spPr>
      </p:pic>
      <p:pic>
        <p:nvPicPr>
          <p:cNvPr id="216" name="picture 216"/>
          <p:cNvPicPr>
            <a:picLocks noChangeAspect="1"/>
          </p:cNvPicPr>
          <p:nvPr/>
        </p:nvPicPr>
        <p:blipFill>
          <a:blip r:embed="rId3"/>
          <a:stretch>
            <a:fillRect/>
          </a:stretch>
        </p:blipFill>
        <p:spPr>
          <a:xfrm rot="21600000">
            <a:off x="76200" y="2953511"/>
            <a:ext cx="3803903" cy="2697479"/>
          </a:xfrm>
          <a:prstGeom prst="rect">
            <a:avLst/>
          </a:prstGeom>
        </p:spPr>
      </p:pic>
      <p:pic>
        <p:nvPicPr>
          <p:cNvPr id="218" name="picture 218"/>
          <p:cNvPicPr>
            <a:picLocks noChangeAspect="1"/>
          </p:cNvPicPr>
          <p:nvPr/>
        </p:nvPicPr>
        <p:blipFill>
          <a:blip r:embed="rId4"/>
          <a:stretch>
            <a:fillRect/>
          </a:stretch>
        </p:blipFill>
        <p:spPr>
          <a:xfrm rot="21600000">
            <a:off x="4026408" y="3015995"/>
            <a:ext cx="3799332" cy="2697479"/>
          </a:xfrm>
          <a:prstGeom prst="rect">
            <a:avLst/>
          </a:prstGeom>
        </p:spPr>
      </p:pic>
      <p:sp>
        <p:nvSpPr>
          <p:cNvPr id="220" name="textbox 220"/>
          <p:cNvSpPr/>
          <p:nvPr/>
        </p:nvSpPr>
        <p:spPr>
          <a:xfrm>
            <a:off x="6709668" y="400356"/>
            <a:ext cx="5266984" cy="102235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ctr" eaLnBrk="0">
              <a:lnSpc>
                <a:spcPts val="2619"/>
              </a:lnSpc>
            </a:pPr>
            <a:r>
              <a:rPr lang="en-US" sz="2000" b="1" kern="0" spc="-20" dirty="0">
                <a:solidFill>
                  <a:srgbClr val="009D9E">
                    <a:alpha val="100000"/>
                  </a:srgbClr>
                </a:solidFill>
                <a:latin typeface="Microsoft YaHei"/>
                <a:ea typeface="Microsoft YaHei"/>
                <a:cs typeface="Microsoft YaHei"/>
              </a:rPr>
              <a:t>WC-1010</a:t>
            </a:r>
            <a:endParaRPr lang="en-US" sz="2000" dirty="0">
              <a:latin typeface="Microsoft YaHei"/>
              <a:ea typeface="Microsoft YaHei"/>
              <a:cs typeface="Microsoft YaHei"/>
            </a:endParaRPr>
          </a:p>
          <a:p>
            <a:pPr algn="ctr" rtl="0" eaLnBrk="0">
              <a:lnSpc>
                <a:spcPts val="2619"/>
              </a:lnSpc>
              <a:tabLst/>
            </a:pPr>
            <a:r>
              <a:rPr sz="2000" b="1" kern="0" spc="-30" dirty="0">
                <a:solidFill>
                  <a:srgbClr val="009D9E">
                    <a:alpha val="100000"/>
                  </a:srgbClr>
                </a:solidFill>
                <a:latin typeface="Microsoft YaHei"/>
                <a:ea typeface="Microsoft YaHei"/>
                <a:cs typeface="Microsoft YaHei"/>
              </a:rPr>
              <a:t>Robot Limpiapiscinas con Cable</a:t>
            </a:r>
            <a:r>
              <a:rPr sz="2000" b="1" kern="0" spc="37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32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endParaRPr sz="2000" dirty="0">
              <a:latin typeface="Microsoft YaHei"/>
              <a:ea typeface="Microsoft YaHei"/>
              <a:cs typeface="Microsoft YaHei"/>
            </a:endParaRPr>
          </a:p>
          <a:p>
            <a:pPr marL="12700" algn="ctr" rtl="0" eaLnBrk="0">
              <a:lnSpc>
                <a:spcPts val="2627"/>
              </a:lnSpc>
              <a:tabLst/>
            </a:pPr>
            <a:r>
              <a:rPr lang="en-GB" sz="2000" b="1" kern="0" spc="-40" dirty="0">
                <a:solidFill>
                  <a:srgbClr val="FFFFFF">
                    <a:alpha val="100000"/>
                  </a:srgbClr>
                </a:solidFill>
                <a:latin typeface="Microsoft YaHei"/>
                <a:ea typeface="Microsoft YaHei"/>
                <a:cs typeface="Microsoft YaHei"/>
              </a:rPr>
              <a:t>Diseñado para la Potencia. Construido para Durar.</a:t>
            </a:r>
            <a:endParaRPr sz="2000" dirty="0">
              <a:latin typeface="Microsoft YaHei"/>
              <a:ea typeface="Microsoft YaHei"/>
              <a:cs typeface="Microsoft YaHei"/>
            </a:endParaRPr>
          </a:p>
        </p:txBody>
      </p:sp>
      <p:sp>
        <p:nvSpPr>
          <p:cNvPr id="222" name="textbox 222"/>
          <p:cNvSpPr/>
          <p:nvPr/>
        </p:nvSpPr>
        <p:spPr>
          <a:xfrm>
            <a:off x="822759" y="300128"/>
            <a:ext cx="5081083" cy="56260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4227"/>
              </a:lnSpc>
              <a:tabLst/>
            </a:pPr>
            <a:r>
              <a:rPr lang="en-US" sz="3200" b="1" kern="0" spc="-10" dirty="0">
                <a:solidFill>
                  <a:srgbClr val="FFFFFF">
                    <a:alpha val="100000"/>
                  </a:srgbClr>
                </a:solidFill>
                <a:latin typeface="Microsoft YaHei"/>
                <a:ea typeface="Microsoft YaHei"/>
                <a:cs typeface="Microsoft YaHei"/>
              </a:rPr>
              <a:t>Variantes de Color Disponibles</a:t>
            </a:r>
            <a:endParaRPr sz="3200" dirty="0">
              <a:latin typeface="Microsoft YaHei"/>
              <a:ea typeface="Microsoft YaHei"/>
              <a:cs typeface="Microsoft YaHei"/>
            </a:endParaRPr>
          </a:p>
        </p:txBody>
      </p:sp>
      <p:sp>
        <p:nvSpPr>
          <p:cNvPr id="224" name="path 224"/>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2" name="TextBox 1">
            <a:extLst>
              <a:ext uri="{FF2B5EF4-FFF2-40B4-BE49-F238E27FC236}">
                <a16:creationId xmlns:a16="http://schemas.microsoft.com/office/drawing/2014/main" id="{2591E717-52C9-6734-7CC4-AB54C1918814}"/>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rect 226"/>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228" name="picture 228"/>
          <p:cNvPicPr>
            <a:picLocks noChangeAspect="1"/>
          </p:cNvPicPr>
          <p:nvPr/>
        </p:nvPicPr>
        <p:blipFill>
          <a:blip r:embed="rId2"/>
          <a:stretch>
            <a:fillRect/>
          </a:stretch>
        </p:blipFill>
        <p:spPr>
          <a:xfrm rot="21600000">
            <a:off x="7025640" y="2660903"/>
            <a:ext cx="4826507" cy="3153155"/>
          </a:xfrm>
          <a:prstGeom prst="rect">
            <a:avLst/>
          </a:prstGeom>
        </p:spPr>
      </p:pic>
      <p:sp>
        <p:nvSpPr>
          <p:cNvPr id="230" name="rect 230"/>
          <p:cNvSpPr/>
          <p:nvPr/>
        </p:nvSpPr>
        <p:spPr>
          <a:xfrm>
            <a:off x="544067" y="3855720"/>
            <a:ext cx="3968297" cy="396240"/>
          </a:xfrm>
          <a:prstGeom prst="rect">
            <a:avLst/>
          </a:prstGeom>
          <a:solidFill>
            <a:srgbClr val="009D9E">
              <a:alpha val="100000"/>
            </a:srgbClr>
          </a:solidFill>
          <a:ln w="0" cap="flat">
            <a:noFill/>
            <a:prstDash val="solid"/>
            <a:miter lim="0"/>
          </a:ln>
        </p:spPr>
        <p:txBody>
          <a:bodyPr rtlCol="0"/>
          <a:lstStyle/>
          <a:p>
            <a:pPr algn="ctr"/>
            <a:r>
              <a:rPr lang="en-US" altLang="zh-CN" sz="2000" b="1">
                <a:solidFill>
                  <a:schemeClr val="bg1"/>
                </a:solidFill>
                <a:latin typeface="Microsoft YaHei" panose="020B0503020204020204" pitchFamily="34" charset="-122"/>
                <a:ea typeface="Microsoft YaHei" panose="020B0503020204020204" pitchFamily="34" charset="-122"/>
              </a:rPr>
              <a:t>Diseño Industrial y Estético</a:t>
            </a:r>
            <a:endParaRPr lang="zh-CN" altLang="en-US" sz="2000" b="1">
              <a:solidFill>
                <a:schemeClr val="bg1"/>
              </a:solidFill>
              <a:latin typeface="Microsoft YaHei" panose="020B0503020204020204" pitchFamily="34" charset="-122"/>
              <a:ea typeface="Microsoft YaHei" panose="020B0503020204020204" pitchFamily="34" charset="-122"/>
            </a:endParaRPr>
          </a:p>
        </p:txBody>
      </p:sp>
      <p:sp>
        <p:nvSpPr>
          <p:cNvPr id="232" name="textbox 232"/>
          <p:cNvSpPr/>
          <p:nvPr/>
        </p:nvSpPr>
        <p:spPr>
          <a:xfrm>
            <a:off x="548640" y="2944015"/>
            <a:ext cx="5487034" cy="187642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61594" algn="l" rtl="0" eaLnBrk="0">
              <a:lnSpc>
                <a:spcPts val="1813"/>
              </a:lnSpc>
              <a:tabLst/>
            </a:pPr>
            <a:r>
              <a:rPr lang="en-GB" sz="1400" kern="0" spc="-30" dirty="0">
                <a:solidFill>
                  <a:srgbClr val="FFFFFF">
                    <a:alpha val="100000"/>
                  </a:srgbClr>
                </a:solidFill>
                <a:latin typeface="Microsoft YaHei"/>
                <a:ea typeface="Microsoft YaHei"/>
                <a:cs typeface="Microsoft YaHei"/>
              </a:rPr>
              <a:t>Batería de litio de alta capacidad con carga rápida en 3,5 horas y más de 4 horas de funcionamiento continuo sin cable.</a:t>
            </a:r>
            <a:endParaRPr sz="1400" dirty="0">
              <a:latin typeface="Microsoft YaHei"/>
              <a:ea typeface="Microsoft YaHei"/>
              <a:cs typeface="Microsoft YaHei"/>
            </a:endParaRPr>
          </a:p>
          <a:p>
            <a:pPr algn="l" rtl="0" eaLnBrk="0">
              <a:lnSpc>
                <a:spcPct val="153000"/>
              </a:lnSpc>
              <a:tabLst/>
            </a:pPr>
            <a:endParaRPr sz="1600" dirty="0">
              <a:latin typeface="Arial"/>
              <a:ea typeface="Arial"/>
              <a:cs typeface="Arial"/>
            </a:endParaRPr>
          </a:p>
          <a:p>
            <a:pPr marL="87630" algn="l" rtl="0" eaLnBrk="0">
              <a:lnSpc>
                <a:spcPts val="1813"/>
              </a:lnSpc>
              <a:spcBef>
                <a:spcPts val="1136"/>
              </a:spcBef>
              <a:tabLst/>
            </a:pPr>
            <a:r>
              <a:rPr lang="en-US" sz="1400" kern="0" spc="-10" dirty="0">
                <a:solidFill>
                  <a:srgbClr val="FFFFFF">
                    <a:alpha val="100000"/>
                  </a:srgbClr>
                </a:solidFill>
                <a:latin typeface="Microsoft YaHei"/>
                <a:ea typeface="Microsoft YaHei"/>
                <a:cs typeface="Microsoft YaHei"/>
              </a:rPr>
              <a:t>			</a:t>
            </a:r>
          </a:p>
          <a:p>
            <a:pPr marL="87630" algn="l" rtl="0" eaLnBrk="0">
              <a:lnSpc>
                <a:spcPts val="1813"/>
              </a:lnSpc>
              <a:spcBef>
                <a:spcPts val="1136"/>
              </a:spcBef>
              <a:tabLst/>
            </a:pPr>
            <a:r>
              <a:rPr lang="en-GB" sz="1400" kern="0" spc="-10" dirty="0">
                <a:solidFill>
                  <a:srgbClr val="FFFFFF">
                    <a:alpha val="100000"/>
                  </a:srgbClr>
                </a:solidFill>
                <a:latin typeface="Microsoft YaHei"/>
                <a:ea typeface="Microsoft YaHei"/>
                <a:cs typeface="Microsoft YaHei"/>
              </a:rPr>
              <a:t>Diseño compacto y ligero para máxima flexibilidad y maniobrabilidad, ideal para piscinas estrechas, irregulares o de formas singulares.</a:t>
            </a:r>
            <a:r>
              <a:rPr lang="en-GB" sz="1400" kern="0" spc="-10" dirty="0" err="1">
                <a:solidFill>
                  <a:srgbClr val="FFFFFF">
                    <a:alpha val="100000"/>
                  </a:srgbClr>
                </a:solidFill>
                <a:latin typeface="Microsoft YaHei"/>
                <a:ea typeface="Microsoft YaHei"/>
                <a:cs typeface="Microsoft YaHei"/>
              </a:rPr>
              <a:t/>
            </a:r>
            <a:r>
              <a:rPr lang="en-GB" sz="1400" kern="0" spc="-10" dirty="0">
                <a:solidFill>
                  <a:srgbClr val="FFFFFF">
                    <a:alpha val="100000"/>
                  </a:srgbClr>
                </a:solidFill>
                <a:latin typeface="Microsoft YaHei"/>
                <a:ea typeface="Microsoft YaHei"/>
                <a:cs typeface="Microsoft YaHei"/>
              </a:rPr>
              <a:t/>
            </a:r>
            <a:endParaRPr sz="1400" dirty="0">
              <a:latin typeface="Microsoft YaHei"/>
              <a:ea typeface="Microsoft YaHei"/>
              <a:cs typeface="Microsoft YaHei"/>
            </a:endParaRPr>
          </a:p>
        </p:txBody>
      </p:sp>
      <p:sp>
        <p:nvSpPr>
          <p:cNvPr id="234" name="textbox 234"/>
          <p:cNvSpPr/>
          <p:nvPr/>
        </p:nvSpPr>
        <p:spPr>
          <a:xfrm>
            <a:off x="7073877" y="235891"/>
            <a:ext cx="4826508" cy="1521638"/>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ctr" eaLnBrk="0">
              <a:lnSpc>
                <a:spcPts val="2619"/>
              </a:lnSpc>
            </a:pPr>
            <a:r>
              <a:rPr lang="en-US" sz="2000" b="1" kern="0" spc="-20" dirty="0">
                <a:solidFill>
                  <a:srgbClr val="009D9E">
                    <a:alpha val="100000"/>
                  </a:srgbClr>
                </a:solidFill>
                <a:latin typeface="Microsoft YaHei"/>
                <a:ea typeface="Microsoft YaHei"/>
                <a:cs typeface="Microsoft YaHei"/>
              </a:rPr>
              <a:t>WC-3010</a:t>
            </a:r>
            <a:endParaRPr lang="en-US" sz="2000" dirty="0">
              <a:latin typeface="Microsoft YaHei"/>
              <a:ea typeface="Microsoft YaHei"/>
              <a:cs typeface="Microsoft YaHei"/>
            </a:endParaRPr>
          </a:p>
          <a:p>
            <a:pPr algn="ctr" rtl="0" eaLnBrk="0">
              <a:lnSpc>
                <a:spcPts val="2619"/>
              </a:lnSpc>
              <a:tabLst/>
            </a:pPr>
            <a:r>
              <a:rPr sz="2000" b="1" kern="0" spc="-30" dirty="0">
                <a:solidFill>
                  <a:srgbClr val="009D9E">
                    <a:alpha val="100000"/>
                  </a:srgbClr>
                </a:solidFill>
                <a:latin typeface="Microsoft YaHei"/>
                <a:ea typeface="Microsoft YaHei"/>
                <a:cs typeface="Microsoft YaHei"/>
              </a:rPr>
              <a:t>Robot Limpiapiscinas sin Cable</a:t>
            </a:r>
            <a:r>
              <a:rPr sz="2000" b="1" kern="0" spc="36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r>
              <a:rPr sz="2000" b="1" kern="0" spc="32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endParaRPr sz="2000" dirty="0">
              <a:latin typeface="Microsoft YaHei"/>
              <a:ea typeface="Microsoft YaHei"/>
              <a:cs typeface="Microsoft YaHei"/>
            </a:endParaRPr>
          </a:p>
          <a:p>
            <a:pPr marL="12700" algn="ctr" rtl="0" eaLnBrk="0">
              <a:lnSpc>
                <a:spcPts val="2627"/>
              </a:lnSpc>
              <a:tabLst/>
            </a:pPr>
            <a:r>
              <a:rPr lang="en-US" sz="2000" b="1" kern="0" spc="-10" dirty="0">
                <a:solidFill>
                  <a:srgbClr val="FFFFFF">
                    <a:alpha val="100000"/>
                  </a:srgbClr>
                </a:solidFill>
                <a:latin typeface="Microsoft YaHei"/>
                <a:ea typeface="Microsoft YaHei"/>
                <a:cs typeface="Microsoft YaHei"/>
              </a:rPr>
              <a:t>Libertad sin Cable. Limpieza sin Esfuerzo</a:t>
            </a:r>
          </a:p>
          <a:p>
            <a:pPr marL="12700" algn="ctr" rtl="0" eaLnBrk="0">
              <a:lnSpc>
                <a:spcPts val="2627"/>
              </a:lnSpc>
              <a:tabLst/>
            </a:pPr>
            <a:r>
              <a:rPr lang="en-US" sz="2000" b="1" dirty="0">
                <a:solidFill>
                  <a:schemeClr val="bg1"/>
                </a:solidFill>
                <a:latin typeface="Microsoft YaHei"/>
                <a:ea typeface="Microsoft YaHei"/>
                <a:cs typeface="Microsoft YaHei"/>
              </a:rPr>
              <a:t>Limpia en Cualquier Lugar. Se Mueve por Todas Partes</a:t>
            </a:r>
            <a:endParaRPr sz="2000" b="1" dirty="0">
              <a:solidFill>
                <a:schemeClr val="bg1"/>
              </a:solidFill>
              <a:latin typeface="Microsoft YaHei"/>
              <a:ea typeface="Microsoft YaHei"/>
              <a:cs typeface="Microsoft YaHei"/>
            </a:endParaRPr>
          </a:p>
        </p:txBody>
      </p:sp>
      <p:sp>
        <p:nvSpPr>
          <p:cNvPr id="236" name="textbox 236"/>
          <p:cNvSpPr/>
          <p:nvPr/>
        </p:nvSpPr>
        <p:spPr>
          <a:xfrm>
            <a:off x="548640" y="5618028"/>
            <a:ext cx="5284470" cy="532765"/>
          </a:xfrm>
          <a:prstGeom prst="rect">
            <a:avLst/>
          </a:prstGeom>
          <a:noFill/>
          <a:ln w="0" cap="flat">
            <a:noFill/>
            <a:prstDash val="solid"/>
            <a:miter lim="0"/>
          </a:ln>
        </p:spPr>
        <p:txBody>
          <a:bodyPr vert="horz" wrap="square" lIns="0" tIns="0" rIns="0" bIns="0"/>
          <a:lstStyle/>
          <a:p>
            <a:pPr algn="l" rtl="0" eaLnBrk="0">
              <a:lnSpc>
                <a:spcPct val="23716"/>
              </a:lnSpc>
              <a:tabLst/>
            </a:pPr>
            <a:endParaRPr sz="100" dirty="0">
              <a:latin typeface="Arial"/>
              <a:ea typeface="Arial"/>
              <a:cs typeface="Arial"/>
            </a:endParaRPr>
          </a:p>
          <a:p>
            <a:pPr marL="12700" indent="17145" algn="l" rtl="0" eaLnBrk="0">
              <a:lnSpc>
                <a:spcPct val="121000"/>
              </a:lnSpc>
              <a:tabLst/>
            </a:pPr>
            <a:r>
              <a:rPr lang="en-GB" sz="1400" kern="0" spc="-10" dirty="0">
                <a:solidFill>
                  <a:srgbClr val="FFFFFF">
                    <a:alpha val="100000"/>
                  </a:srgbClr>
                </a:solidFill>
                <a:latin typeface="Microsoft YaHei"/>
                <a:ea typeface="Microsoft YaHei"/>
                <a:cs typeface="Microsoft YaHei"/>
              </a:rPr>
              <a:t>Interfaz de control integrada con temporizador e inicio con un solo toque, además de conectividad con app móvil para un manejo remoto cómodo en cualquier momento.</a:t>
            </a:r>
            <a:endParaRPr sz="1400" dirty="0">
              <a:latin typeface="Microsoft YaHei"/>
              <a:ea typeface="Microsoft YaHei"/>
              <a:cs typeface="Microsoft YaHei"/>
            </a:endParaRPr>
          </a:p>
        </p:txBody>
      </p:sp>
      <p:sp>
        <p:nvSpPr>
          <p:cNvPr id="238" name="textbox 238"/>
          <p:cNvSpPr/>
          <p:nvPr/>
        </p:nvSpPr>
        <p:spPr>
          <a:xfrm>
            <a:off x="548640" y="1638261"/>
            <a:ext cx="5182234" cy="804734"/>
          </a:xfrm>
          <a:prstGeom prst="rect">
            <a:avLst/>
          </a:prstGeom>
          <a:noFill/>
          <a:ln w="0" cap="flat">
            <a:noFill/>
            <a:prstDash val="solid"/>
            <a:miter lim="0"/>
          </a:ln>
        </p:spPr>
        <p:txBody>
          <a:bodyPr vert="horz" wrap="square" lIns="0" tIns="0" rIns="0" bIns="0"/>
          <a:lstStyle/>
          <a:p>
            <a:pPr algn="l" rtl="0" eaLnBrk="0">
              <a:lnSpc>
                <a:spcPct val="23716"/>
              </a:lnSpc>
              <a:tabLst/>
            </a:pPr>
            <a:endParaRPr sz="100" dirty="0">
              <a:latin typeface="Arial"/>
              <a:ea typeface="Arial"/>
              <a:cs typeface="Arial"/>
            </a:endParaRPr>
          </a:p>
          <a:p>
            <a:pPr marL="38100" indent="-25400" algn="l" rtl="0" eaLnBrk="0">
              <a:lnSpc>
                <a:spcPct val="121000"/>
              </a:lnSpc>
              <a:tabLst/>
            </a:pPr>
            <a:r>
              <a:rPr lang="en-GB" sz="1400" kern="0" spc="-20" dirty="0">
                <a:solidFill>
                  <a:srgbClr val="FFFFFF">
                    <a:alpha val="100000"/>
                  </a:srgbClr>
                </a:solidFill>
                <a:latin typeface="Microsoft YaHei"/>
                <a:ea typeface="Microsoft YaHei"/>
                <a:cs typeface="Microsoft YaHei"/>
              </a:rPr>
              <a:t>Funcionamiento sin cable ideal para piscinas de diseño complejo, incluidas piscinas con columnas o acceso limitado a la red eléctrica, ofreciendo total libertad de movimiento sin enredos.</a:t>
            </a:r>
            <a:endParaRPr sz="1400" dirty="0">
              <a:latin typeface="Microsoft YaHei"/>
              <a:ea typeface="Microsoft YaHei"/>
              <a:cs typeface="Microsoft YaHei"/>
            </a:endParaRPr>
          </a:p>
        </p:txBody>
      </p:sp>
      <p:sp>
        <p:nvSpPr>
          <p:cNvPr id="240" name="textbox 240"/>
          <p:cNvSpPr/>
          <p:nvPr/>
        </p:nvSpPr>
        <p:spPr>
          <a:xfrm>
            <a:off x="-12700" y="270764"/>
            <a:ext cx="3989704" cy="592455"/>
          </a:xfrm>
          <a:prstGeom prst="rect">
            <a:avLst/>
          </a:prstGeom>
          <a:noFill/>
          <a:ln w="0" cap="flat">
            <a:noFill/>
            <a:prstDash val="solid"/>
            <a:miter lim="0"/>
          </a:ln>
        </p:spPr>
        <p:txBody>
          <a:bodyPr vert="horz" wrap="square" lIns="0" tIns="0" rIns="0" bIns="0"/>
          <a:lstStyle/>
          <a:p>
            <a:pPr algn="l" rtl="0" eaLnBrk="0">
              <a:lnSpc>
                <a:spcPct val="139000"/>
              </a:lnSpc>
              <a:tabLst/>
            </a:pPr>
            <a:endParaRPr sz="200" dirty="0">
              <a:latin typeface="Arial"/>
              <a:ea typeface="Arial"/>
              <a:cs typeface="Arial"/>
            </a:endParaRPr>
          </a:p>
          <a:p>
            <a:pPr marL="617219" algn="l" rtl="0" eaLnBrk="0">
              <a:lnSpc>
                <a:spcPts val="4227"/>
              </a:lnSpc>
              <a:spcBef>
                <a:spcPts val="1"/>
              </a:spcBef>
              <a:tabLst>
                <a:tab pos="913130" algn="l"/>
              </a:tabLst>
            </a:pPr>
            <a:r>
              <a:rPr sz="3200" b="1" kern="0" spc="0" dirty="0">
                <a:solidFill>
                  <a:srgbClr val="FFFFFF">
                    <a:alpha val="100000"/>
                  </a:srgbClr>
                </a:solidFill>
                <a:latin typeface="Microsoft YaHei"/>
                <a:ea typeface="Microsoft YaHei"/>
                <a:cs typeface="Microsoft YaHei"/>
              </a:rPr>
              <a:t>Descripción del Producto</a:t>
            </a:r>
            <a:r>
              <a:rPr sz="3200" b="1" kern="0" spc="-80" dirty="0">
                <a:solidFill>
                  <a:srgbClr val="FFFFFF">
                    <a:alpha val="100000"/>
                  </a:srgbClr>
                </a:solidFill>
                <a:latin typeface="Microsoft YaHei"/>
                <a:ea typeface="Microsoft YaHei"/>
                <a:cs typeface="Microsoft YaHei"/>
              </a:rPr>
              <a:t/>
            </a:r>
            <a:r>
              <a:rPr sz="3200" b="1" kern="0" spc="580" dirty="0">
                <a:solidFill>
                  <a:srgbClr val="FFFFFF">
                    <a:alpha val="100000"/>
                  </a:srgbClr>
                </a:solidFill>
                <a:latin typeface="Microsoft YaHei"/>
                <a:ea typeface="Microsoft YaHei"/>
                <a:cs typeface="Microsoft YaHei"/>
              </a:rPr>
              <a:t/>
            </a:r>
            <a:r>
              <a:rPr sz="3200" b="1" kern="0" spc="-80" dirty="0">
                <a:solidFill>
                  <a:srgbClr val="FFFFFF">
                    <a:alpha val="100000"/>
                  </a:srgbClr>
                </a:solidFill>
                <a:latin typeface="Microsoft YaHei"/>
                <a:ea typeface="Microsoft YaHei"/>
                <a:cs typeface="Microsoft YaHei"/>
              </a:rPr>
              <a:t/>
            </a:r>
            <a:r>
              <a:rPr sz="3200" b="1" kern="0" spc="-9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242" name="path 242"/>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244" name="textbox 244"/>
          <p:cNvSpPr/>
          <p:nvPr/>
        </p:nvSpPr>
        <p:spPr>
          <a:xfrm>
            <a:off x="544068" y="2531364"/>
            <a:ext cx="3432936" cy="39814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65599"/>
              </a:lnSpc>
              <a:tabLst/>
            </a:pPr>
            <a:endParaRPr sz="100" dirty="0">
              <a:latin typeface="Arial"/>
              <a:ea typeface="Arial"/>
              <a:cs typeface="Arial"/>
            </a:endParaRPr>
          </a:p>
          <a:p>
            <a:pPr marL="93980" algn="l" rtl="0" eaLnBrk="0">
              <a:lnSpc>
                <a:spcPts val="2644"/>
              </a:lnSpc>
              <a:tabLst/>
            </a:pPr>
            <a:r>
              <a:rPr lang="en-US" sz="2000" b="1" kern="0" spc="-40" dirty="0">
                <a:solidFill>
                  <a:srgbClr val="FFFFFF">
                    <a:alpha val="100000"/>
                  </a:srgbClr>
                </a:solidFill>
                <a:latin typeface="Microsoft YaHei"/>
                <a:ea typeface="Microsoft YaHei"/>
                <a:cs typeface="Microsoft YaHei"/>
              </a:rPr>
              <a:t>Sistema de Alimentación y Carga</a:t>
            </a:r>
            <a:endParaRPr sz="2000" dirty="0">
              <a:latin typeface="Microsoft YaHei"/>
              <a:ea typeface="Microsoft YaHei"/>
              <a:cs typeface="Microsoft YaHei"/>
            </a:endParaRPr>
          </a:p>
        </p:txBody>
      </p:sp>
      <p:sp>
        <p:nvSpPr>
          <p:cNvPr id="246" name="textbox 246"/>
          <p:cNvSpPr/>
          <p:nvPr/>
        </p:nvSpPr>
        <p:spPr>
          <a:xfrm>
            <a:off x="544068" y="1234440"/>
            <a:ext cx="3113532" cy="396240"/>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44763"/>
              </a:lnSpc>
              <a:tabLst/>
            </a:pPr>
            <a:endParaRPr sz="100" dirty="0">
              <a:latin typeface="Arial"/>
              <a:ea typeface="Arial"/>
              <a:cs typeface="Arial"/>
            </a:endParaRPr>
          </a:p>
          <a:p>
            <a:pPr marL="191135" algn="l" rtl="0" eaLnBrk="0">
              <a:lnSpc>
                <a:spcPts val="2644"/>
              </a:lnSpc>
              <a:tabLst/>
            </a:pPr>
            <a:r>
              <a:rPr lang="en-US" sz="2000" b="1" kern="0" spc="-60" dirty="0">
                <a:solidFill>
                  <a:srgbClr val="FFFFFF">
                    <a:alpha val="100000"/>
                  </a:srgbClr>
                </a:solidFill>
                <a:latin typeface="Microsoft YaHei"/>
                <a:ea typeface="Microsoft YaHei"/>
                <a:cs typeface="Microsoft YaHei"/>
              </a:rPr>
              <a:t>Características Funcionales</a:t>
            </a:r>
            <a:endParaRPr sz="2000" dirty="0">
              <a:latin typeface="Microsoft YaHei"/>
              <a:ea typeface="Microsoft YaHei"/>
              <a:cs typeface="Microsoft YaHei"/>
            </a:endParaRPr>
          </a:p>
        </p:txBody>
      </p:sp>
      <p:sp>
        <p:nvSpPr>
          <p:cNvPr id="248" name="textbox 248"/>
          <p:cNvSpPr/>
          <p:nvPr/>
        </p:nvSpPr>
        <p:spPr>
          <a:xfrm>
            <a:off x="544067" y="5202935"/>
            <a:ext cx="3878845" cy="39814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82264"/>
              </a:lnSpc>
              <a:tabLst/>
            </a:pPr>
            <a:endParaRPr sz="100" dirty="0">
              <a:latin typeface="Arial"/>
              <a:ea typeface="Arial"/>
              <a:cs typeface="Arial"/>
            </a:endParaRPr>
          </a:p>
          <a:p>
            <a:pPr marL="91439" algn="l" rtl="0" eaLnBrk="0">
              <a:lnSpc>
                <a:spcPts val="2644"/>
              </a:lnSpc>
              <a:tabLst/>
            </a:pPr>
            <a:r>
              <a:rPr lang="en-US" sz="2000" b="1" kern="0" spc="-40" dirty="0">
                <a:solidFill>
                  <a:srgbClr val="FFFFFF">
                    <a:alpha val="100000"/>
                  </a:srgbClr>
                </a:solidFill>
                <a:latin typeface="Microsoft YaHei"/>
                <a:ea typeface="Microsoft YaHei"/>
                <a:cs typeface="Microsoft YaHei"/>
              </a:rPr>
              <a:t>Interfaz de Control y Funcionamiento</a:t>
            </a:r>
            <a:endParaRPr sz="2000" dirty="0">
              <a:latin typeface="Microsoft YaHei"/>
              <a:ea typeface="Microsoft YaHei"/>
              <a:cs typeface="Microsoft YaHei"/>
            </a:endParaRPr>
          </a:p>
        </p:txBody>
      </p:sp>
      <p:pic>
        <p:nvPicPr>
          <p:cNvPr id="250" name="picture 250"/>
          <p:cNvPicPr>
            <a:picLocks noChangeAspect="1"/>
          </p:cNvPicPr>
          <p:nvPr/>
        </p:nvPicPr>
        <p:blipFill>
          <a:blip r:embed="rId3"/>
          <a:stretch>
            <a:fillRect/>
          </a:stretch>
        </p:blipFill>
        <p:spPr>
          <a:xfrm rot="21600000">
            <a:off x="11472671" y="5760456"/>
            <a:ext cx="630935" cy="690372"/>
          </a:xfrm>
          <a:prstGeom prst="rect">
            <a:avLst/>
          </a:prstGeom>
        </p:spPr>
      </p:pic>
      <p:sp>
        <p:nvSpPr>
          <p:cNvPr id="2" name="TextBox 1">
            <a:extLst>
              <a:ext uri="{FF2B5EF4-FFF2-40B4-BE49-F238E27FC236}">
                <a16:creationId xmlns:a16="http://schemas.microsoft.com/office/drawing/2014/main" id="{45ACC6D2-F67A-F433-AF9F-85EF36613C08}"/>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 name="rect 252"/>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256" name="path 256"/>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298" name="picture 298"/>
          <p:cNvPicPr>
            <a:picLocks noChangeAspect="1"/>
          </p:cNvPicPr>
          <p:nvPr/>
        </p:nvPicPr>
        <p:blipFill>
          <a:blip r:embed="rId2"/>
          <a:stretch>
            <a:fillRect/>
          </a:stretch>
        </p:blipFill>
        <p:spPr>
          <a:xfrm rot="21600000">
            <a:off x="7284055" y="2660903"/>
            <a:ext cx="4826507" cy="3153155"/>
          </a:xfrm>
          <a:prstGeom prst="rect">
            <a:avLst/>
          </a:prstGeom>
        </p:spPr>
      </p:pic>
      <p:pic>
        <p:nvPicPr>
          <p:cNvPr id="320" name="picture 320"/>
          <p:cNvPicPr>
            <a:picLocks noChangeAspect="1"/>
          </p:cNvPicPr>
          <p:nvPr/>
        </p:nvPicPr>
        <p:blipFill>
          <a:blip r:embed="rId3"/>
          <a:stretch>
            <a:fillRect/>
          </a:stretch>
        </p:blipFill>
        <p:spPr>
          <a:xfrm rot="21600000">
            <a:off x="11472671" y="5760456"/>
            <a:ext cx="630935" cy="690372"/>
          </a:xfrm>
          <a:prstGeom prst="rect">
            <a:avLst/>
          </a:prstGeom>
        </p:spPr>
      </p:pic>
      <p:sp>
        <p:nvSpPr>
          <p:cNvPr id="3" name="textbox 234">
            <a:extLst>
              <a:ext uri="{FF2B5EF4-FFF2-40B4-BE49-F238E27FC236}">
                <a16:creationId xmlns:a16="http://schemas.microsoft.com/office/drawing/2014/main" id="{2A26A48F-56E8-1917-9E9A-90E830E07DBF}"/>
              </a:ext>
            </a:extLst>
          </p:cNvPr>
          <p:cNvSpPr/>
          <p:nvPr/>
        </p:nvSpPr>
        <p:spPr>
          <a:xfrm>
            <a:off x="7073877" y="235891"/>
            <a:ext cx="4826508" cy="1521638"/>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ctr" eaLnBrk="0">
              <a:lnSpc>
                <a:spcPts val="2619"/>
              </a:lnSpc>
            </a:pPr>
            <a:r>
              <a:rPr lang="en-US" sz="2000" b="1" kern="0" spc="-20" dirty="0">
                <a:solidFill>
                  <a:srgbClr val="009D9E">
                    <a:alpha val="100000"/>
                  </a:srgbClr>
                </a:solidFill>
                <a:latin typeface="Microsoft YaHei"/>
                <a:ea typeface="Microsoft YaHei"/>
                <a:cs typeface="Microsoft YaHei"/>
              </a:rPr>
              <a:t>WC-3010</a:t>
            </a:r>
            <a:endParaRPr lang="en-US" sz="2000" dirty="0">
              <a:latin typeface="Microsoft YaHei"/>
              <a:ea typeface="Microsoft YaHei"/>
              <a:cs typeface="Microsoft YaHei"/>
            </a:endParaRPr>
          </a:p>
          <a:p>
            <a:pPr algn="ctr" rtl="0" eaLnBrk="0">
              <a:lnSpc>
                <a:spcPts val="2619"/>
              </a:lnSpc>
              <a:tabLst/>
            </a:pPr>
            <a:r>
              <a:rPr sz="2000" b="1" kern="0" spc="-30" dirty="0">
                <a:solidFill>
                  <a:srgbClr val="009D9E">
                    <a:alpha val="100000"/>
                  </a:srgbClr>
                </a:solidFill>
                <a:latin typeface="Microsoft YaHei"/>
                <a:ea typeface="Microsoft YaHei"/>
                <a:cs typeface="Microsoft YaHei"/>
              </a:rPr>
              <a:t>Robot Limpiapiscinas sin Cable</a:t>
            </a:r>
            <a:r>
              <a:rPr sz="2000" b="1" kern="0" spc="36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r>
              <a:rPr sz="2000" b="1" kern="0" spc="32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endParaRPr sz="2000" dirty="0">
              <a:latin typeface="Microsoft YaHei"/>
              <a:ea typeface="Microsoft YaHei"/>
              <a:cs typeface="Microsoft YaHei"/>
            </a:endParaRPr>
          </a:p>
          <a:p>
            <a:pPr marL="12700" algn="ctr" rtl="0" eaLnBrk="0">
              <a:lnSpc>
                <a:spcPts val="2627"/>
              </a:lnSpc>
              <a:tabLst/>
            </a:pPr>
            <a:r>
              <a:rPr lang="en-US" sz="2000" b="1" kern="0" spc="-10" dirty="0">
                <a:solidFill>
                  <a:srgbClr val="FFFFFF">
                    <a:alpha val="100000"/>
                  </a:srgbClr>
                </a:solidFill>
                <a:latin typeface="Microsoft YaHei"/>
                <a:ea typeface="Microsoft YaHei"/>
                <a:cs typeface="Microsoft YaHei"/>
              </a:rPr>
              <a:t>Libertad sin Cable. Limpieza sin Esfuerzo</a:t>
            </a:r>
          </a:p>
          <a:p>
            <a:pPr marL="12700" algn="ctr" rtl="0" eaLnBrk="0">
              <a:lnSpc>
                <a:spcPts val="2627"/>
              </a:lnSpc>
              <a:tabLst/>
            </a:pPr>
            <a:r>
              <a:rPr lang="en-US" sz="2000" b="1" dirty="0">
                <a:solidFill>
                  <a:schemeClr val="bg1"/>
                </a:solidFill>
                <a:latin typeface="Microsoft YaHei"/>
                <a:ea typeface="Microsoft YaHei"/>
                <a:cs typeface="Microsoft YaHei"/>
              </a:rPr>
              <a:t>Limpia en Cualquier Lugar. Se Mueve por Todas Partes</a:t>
            </a:r>
            <a:endParaRPr sz="2000" b="1" dirty="0">
              <a:solidFill>
                <a:schemeClr val="bg1"/>
              </a:solidFill>
              <a:latin typeface="Microsoft YaHei"/>
              <a:ea typeface="Microsoft YaHei"/>
              <a:cs typeface="Microsoft YaHei"/>
            </a:endParaRPr>
          </a:p>
        </p:txBody>
      </p:sp>
      <p:sp>
        <p:nvSpPr>
          <p:cNvPr id="4" name="textbox 142">
            <a:extLst>
              <a:ext uri="{FF2B5EF4-FFF2-40B4-BE49-F238E27FC236}">
                <a16:creationId xmlns:a16="http://schemas.microsoft.com/office/drawing/2014/main" id="{34FAE267-1C36-3E39-BBFB-1DF69E4D3D83}"/>
              </a:ext>
            </a:extLst>
          </p:cNvPr>
          <p:cNvSpPr/>
          <p:nvPr/>
        </p:nvSpPr>
        <p:spPr>
          <a:xfrm>
            <a:off x="36995" y="273582"/>
            <a:ext cx="7139057" cy="842010"/>
          </a:xfrm>
          <a:prstGeom prst="rect">
            <a:avLst/>
          </a:prstGeom>
          <a:noFill/>
          <a:ln w="0" cap="flat">
            <a:noFill/>
            <a:prstDash val="solid"/>
            <a:miter lim="0"/>
          </a:ln>
        </p:spPr>
        <p:txBody>
          <a:bodyPr vert="horz" wrap="square" lIns="0" tIns="0" rIns="0" bIns="0"/>
          <a:lstStyle/>
          <a:p>
            <a:pPr marL="617219" eaLnBrk="0">
              <a:lnSpc>
                <a:spcPts val="4418"/>
              </a:lnSpc>
              <a:spcBef>
                <a:spcPts val="270"/>
              </a:spcBef>
              <a:tabLst>
                <a:tab pos="883919" algn="l"/>
              </a:tabLst>
            </a:pPr>
            <a:r>
              <a:rPr sz="3200" b="1" kern="0" spc="0" dirty="0">
                <a:solidFill>
                  <a:srgbClr val="FFFFFF">
                    <a:alpha val="100000"/>
                  </a:srgbClr>
                </a:solidFill>
                <a:latin typeface="Microsoft YaHei"/>
                <a:ea typeface="Microsoft YaHei"/>
                <a:cs typeface="Microsoft YaHei"/>
              </a:rPr>
              <a:t>Especificaciones</a:t>
            </a:r>
            <a:endParaRPr sz="3000" baseline="-4568" dirty="0">
              <a:latin typeface="Microsoft YaHei"/>
              <a:ea typeface="Microsoft YaHei"/>
              <a:cs typeface="Microsoft YaHei"/>
            </a:endParaRPr>
          </a:p>
        </p:txBody>
      </p:sp>
      <p:sp>
        <p:nvSpPr>
          <p:cNvPr id="5" name="textbox 140">
            <a:extLst>
              <a:ext uri="{FF2B5EF4-FFF2-40B4-BE49-F238E27FC236}">
                <a16:creationId xmlns:a16="http://schemas.microsoft.com/office/drawing/2014/main" id="{27430B62-8D40-E5B4-C6D3-742883077B97}"/>
              </a:ext>
            </a:extLst>
          </p:cNvPr>
          <p:cNvSpPr/>
          <p:nvPr/>
        </p:nvSpPr>
        <p:spPr>
          <a:xfrm>
            <a:off x="350080" y="1084162"/>
            <a:ext cx="7014815" cy="5708650"/>
          </a:xfrm>
          <a:prstGeom prst="rect">
            <a:avLst/>
          </a:prstGeom>
          <a:noFill/>
          <a:ln w="0" cap="flat">
            <a:noFill/>
            <a:prstDash val="solid"/>
            <a:miter lim="0"/>
          </a:ln>
        </p:spPr>
        <p:txBody>
          <a:bodyPr vert="horz" wrap="square" lIns="0" tIns="0" rIns="0" bIns="0"/>
          <a:lstStyle/>
          <a:p>
            <a:pPr marL="47625" algn="l" rtl="0" eaLnBrk="0">
              <a:spcBef>
                <a:spcPts val="900"/>
              </a:spcBef>
              <a:tabLst/>
            </a:pPr>
            <a:r>
              <a:rPr sz="1600" b="1" kern="0" spc="10" dirty="0">
                <a:solidFill>
                  <a:srgbClr val="FFFFFF">
                    <a:alpha val="100000"/>
                  </a:srgbClr>
                </a:solidFill>
                <a:latin typeface="Microsoft YaHei"/>
                <a:ea typeface="Microsoft YaHei"/>
                <a:cs typeface="Microsoft YaHei"/>
              </a:rPr>
              <a:t>Dimensiones del producto	428 × 400 × 280 mm</a:t>
            </a:r>
            <a:r>
              <a:rPr sz="1600" b="1" kern="0" spc="430" dirty="0">
                <a:solidFill>
                  <a:srgbClr val="FFFFFF">
                    <a:alpha val="100000"/>
                  </a:srgbClr>
                </a:solidFill>
                <a:latin typeface="Microsoft YaHei"/>
                <a:ea typeface="Microsoft YaHei"/>
                <a:cs typeface="Microsoft YaHei"/>
              </a:rPr>
              <a:t/>
            </a:r>
            <a:r>
              <a:rPr sz="1600" b="1" kern="0" spc="1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US"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spcBef>
                <a:spcPts val="900"/>
              </a:spcBef>
              <a:tabLst/>
            </a:pPr>
            <a:r>
              <a:rPr sz="1600" b="1" kern="0" spc="20" dirty="0">
                <a:solidFill>
                  <a:srgbClr val="FFFFFF">
                    <a:alpha val="100000"/>
                  </a:srgbClr>
                </a:solidFill>
                <a:latin typeface="Microsoft YaHei"/>
                <a:ea typeface="Microsoft YaHei"/>
                <a:cs typeface="Microsoft YaHei"/>
              </a:rPr>
              <a:t>Peso del producto		Unidad principal: 9,5 kg</a:t>
            </a:r>
            <a:r>
              <a:rPr lang="en-US" sz="1600" b="1" kern="0" spc="20" dirty="0">
                <a:solidFill>
                  <a:srgbClr val="FFFFFF">
                    <a:alpha val="100000"/>
                  </a:srgbClr>
                </a:solidFill>
                <a:latin typeface="Microsoft YaHei"/>
                <a:ea typeface="Microsoft YaHei"/>
                <a:cs typeface="Microsoft YaHei"/>
              </a:rPr>
              <a:t/>
            </a:r>
            <a:r>
              <a:rPr lang="en-GB" sz="1600" kern="0" spc="20" dirty="0">
                <a:solidFill>
                  <a:srgbClr val="FFFFFF">
                    <a:alpha val="100000"/>
                  </a:srgbClr>
                </a:solidFill>
                <a:latin typeface="Microsoft YaHei"/>
                <a:ea typeface="Microsoft YaHei"/>
                <a:cs typeface="Microsoft YaHei"/>
              </a:rPr>
              <a:t/>
            </a:r>
          </a:p>
          <a:p>
            <a:pPr marL="47625" algn="l" rtl="0" eaLnBrk="0">
              <a:spcBef>
                <a:spcPts val="900"/>
              </a:spcBef>
              <a:tabLst/>
            </a:pPr>
            <a:r>
              <a:rPr lang="en-GB" sz="1600" kern="0" spc="20" dirty="0">
                <a:solidFill>
                  <a:srgbClr val="FFFFFF">
                    <a:alpha val="100000"/>
                  </a:srgbClr>
                </a:solidFill>
                <a:latin typeface="Microsoft YaHei"/>
                <a:ea typeface="Microsoft YaHei"/>
                <a:cs typeface="Microsoft YaHei"/>
              </a:rPr>
              <a:t>Caja de batería: 2 kg</a:t>
            </a:r>
            <a:endParaRPr sz="1600" dirty="0">
              <a:latin typeface="Microsoft YaHei"/>
              <a:ea typeface="Microsoft YaHei"/>
              <a:cs typeface="Microsoft YaHei"/>
            </a:endParaRPr>
          </a:p>
          <a:p>
            <a:pPr marL="30480" algn="l" rtl="0" eaLnBrk="0">
              <a:spcBef>
                <a:spcPts val="900"/>
              </a:spcBef>
              <a:tabLst/>
            </a:pPr>
            <a:r>
              <a:rPr lang="en-US" sz="1600" b="1" kern="0" spc="30" dirty="0">
                <a:solidFill>
                  <a:srgbClr val="FFFFFF">
                    <a:alpha val="100000"/>
                  </a:srgbClr>
                </a:solidFill>
                <a:latin typeface="Microsoft YaHei"/>
                <a:ea typeface="Microsoft YaHei"/>
                <a:cs typeface="Microsoft YaHei"/>
              </a:rPr>
              <a:t>Cobertura de limpieza	Suelo, paredes y línea de flotación</a:t>
            </a:r>
            <a:r>
              <a:rPr lang="en-GB" sz="1600" kern="0" spc="3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spcBef>
                <a:spcPts val="900"/>
              </a:spcBef>
              <a:tabLst/>
            </a:pPr>
            <a:r>
              <a:rPr sz="1600" b="1" kern="0" spc="0" dirty="0">
                <a:solidFill>
                  <a:srgbClr val="FFFFFF">
                    <a:alpha val="100000"/>
                  </a:srgbClr>
                </a:solidFill>
                <a:latin typeface="Microsoft YaHei"/>
                <a:ea typeface="Microsoft YaHei"/>
                <a:cs typeface="Microsoft YaHei"/>
              </a:rPr>
              <a:t>Precisión de filtración	5 μm — filtración de partículas finas</a:t>
            </a:r>
            <a:r>
              <a:rPr lang="en-US" sz="1600" b="1" kern="0" spc="0" dirty="0">
                <a:solidFill>
                  <a:srgbClr val="FFFFFF">
                    <a:alpha val="100000"/>
                  </a:srgbClr>
                </a:solidFill>
                <a:latin typeface="Microsoft YaHei"/>
                <a:ea typeface="Microsoft YaHei"/>
                <a:cs typeface="Microsoft YaHei"/>
              </a:rPr>
              <a:t/>
            </a:r>
            <a:r>
              <a:rPr sz="1600" b="1" kern="0" spc="330" dirty="0">
                <a:solidFill>
                  <a:srgbClr val="FFFFFF">
                    <a:alpha val="100000"/>
                  </a:srgbClr>
                </a:solidFill>
                <a:latin typeface="Microsoft YaHei"/>
                <a:ea typeface="Microsoft YaHei"/>
                <a:cs typeface="Microsoft YaHei"/>
              </a:rPr>
              <a:t/>
            </a:r>
            <a:r>
              <a:rPr sz="1600" b="1" kern="0" spc="0" dirty="0">
                <a:solidFill>
                  <a:srgbClr val="FFFFFF">
                    <a:alpha val="100000"/>
                  </a:srgbClr>
                </a:solidFill>
                <a:latin typeface="Microsoft YaHei"/>
                <a:ea typeface="Microsoft YaHei"/>
                <a:cs typeface="Microsoft YaHei"/>
              </a:rPr>
              <a:t/>
            </a:r>
            <a:r>
              <a:rPr lang="en-US" sz="1600" b="1" kern="0" spc="0" dirty="0">
                <a:solidFill>
                  <a:srgbClr val="FFFFFF">
                    <a:alpha val="100000"/>
                  </a:srgbClr>
                </a:solidFill>
                <a:latin typeface="Microsoft YaHei"/>
                <a:ea typeface="Microsoft YaHei"/>
                <a:cs typeface="Microsoft YaHei"/>
              </a:rPr>
              <a:t/>
            </a:r>
            <a:r>
              <a:rPr lang="fr-FR" sz="1600" kern="0" spc="0" dirty="0">
                <a:solidFill>
                  <a:srgbClr val="FFFFFF">
                    <a:alpha val="100000"/>
                  </a:srgbClr>
                </a:solidFill>
                <a:latin typeface="Microsoft YaHei"/>
                <a:ea typeface="Microsoft YaHei"/>
                <a:cs typeface="Microsoft YaHei"/>
              </a:rPr>
              <a:t/>
            </a:r>
            <a:r>
              <a:rPr lang="fr-FR" sz="1600" kern="0" spc="0" dirty="0" err="1">
                <a:solidFill>
                  <a:srgbClr val="FFFFFF">
                    <a:alpha val="100000"/>
                  </a:srgbClr>
                </a:solidFill>
                <a:latin typeface="Microsoft YaHei"/>
                <a:ea typeface="Microsoft YaHei"/>
                <a:cs typeface="Microsoft YaHei"/>
              </a:rPr>
              <a:t/>
            </a:r>
            <a:r>
              <a:rPr lang="fr-FR" sz="1600" kern="0" spc="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spcBef>
                <a:spcPts val="900"/>
              </a:spcBef>
              <a:tabLst/>
            </a:pPr>
            <a:r>
              <a:rPr sz="1600" b="1" kern="0" spc="10" dirty="0">
                <a:solidFill>
                  <a:srgbClr val="FFFFFF">
                    <a:alpha val="100000"/>
                  </a:srgbClr>
                </a:solidFill>
                <a:latin typeface="Microsoft YaHei"/>
                <a:ea typeface="Microsoft YaHei"/>
                <a:cs typeface="Microsoft YaHei"/>
              </a:rPr>
              <a:t>Longitud del cable flotante	3 m cable flotante de recogida</a:t>
            </a:r>
            <a:r>
              <a:rPr sz="1600" b="1" kern="0" spc="190" dirty="0">
                <a:solidFill>
                  <a:srgbClr val="FFFFFF">
                    <a:alpha val="100000"/>
                  </a:srgbClr>
                </a:solidFill>
                <a:latin typeface="Microsoft YaHei"/>
                <a:ea typeface="Microsoft YaHei"/>
                <a:cs typeface="Microsoft YaHei"/>
              </a:rPr>
              <a:t/>
            </a:r>
            <a:r>
              <a:rPr sz="1600" b="1" kern="0" spc="1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GB"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47625" algn="l" rtl="0" eaLnBrk="0">
              <a:spcBef>
                <a:spcPts val="900"/>
              </a:spcBef>
              <a:tabLst/>
            </a:pPr>
            <a:r>
              <a:rPr sz="1600" b="1" kern="0" spc="-10" dirty="0">
                <a:solidFill>
                  <a:srgbClr val="FFFFFF">
                    <a:alpha val="100000"/>
                  </a:srgbClr>
                </a:solidFill>
                <a:latin typeface="Microsoft YaHei"/>
                <a:ea typeface="Microsoft YaHei"/>
                <a:cs typeface="Microsoft YaHei"/>
              </a:rPr>
              <a:t>Capacidad de filtración	25 m³/h</a:t>
            </a:r>
            <a:r>
              <a:rPr sz="1600" b="1" kern="0" spc="400" dirty="0">
                <a:solidFill>
                  <a:srgbClr val="FFFFFF">
                    <a:alpha val="100000"/>
                  </a:srgbClr>
                </a:solidFill>
                <a:latin typeface="Microsoft YaHei"/>
                <a:ea typeface="Microsoft YaHei"/>
                <a:cs typeface="Microsoft YaHei"/>
              </a:rPr>
              <a:t/>
            </a:r>
            <a:r>
              <a:rPr lang="en-US" sz="1600" b="1" kern="0" spc="-10" dirty="0">
                <a:solidFill>
                  <a:srgbClr val="FFFFFF">
                    <a:alpha val="100000"/>
                  </a:srgbClr>
                </a:solidFill>
                <a:latin typeface="Microsoft YaHei"/>
                <a:ea typeface="Microsoft YaHei"/>
                <a:cs typeface="Microsoft YaHei"/>
              </a:rPr>
              <a:t/>
            </a:r>
            <a:r>
              <a:rPr lang="en-US" sz="1600" kern="0" spc="-1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26669" algn="l" rtl="0" eaLnBrk="0">
              <a:spcBef>
                <a:spcPts val="900"/>
              </a:spcBef>
              <a:tabLst/>
            </a:pPr>
            <a:r>
              <a:rPr lang="en-US" sz="1600" b="1" kern="0" spc="30" dirty="0">
                <a:solidFill>
                  <a:srgbClr val="FFFFFF">
                    <a:alpha val="100000"/>
                  </a:srgbClr>
                </a:solidFill>
                <a:latin typeface="Microsoft YaHei"/>
                <a:ea typeface="Microsoft YaHei"/>
                <a:cs typeface="Microsoft YaHei"/>
              </a:rPr>
              <a:t>Salida eléctrica		4 A de potencia nominal</a:t>
            </a:r>
            <a:r>
              <a:rPr lang="en-US" sz="1600" b="1" kern="0" spc="30" dirty="0" err="1">
                <a:solidFill>
                  <a:srgbClr val="FFFFFF">
                    <a:alpha val="100000"/>
                  </a:srgbClr>
                </a:solidFill>
                <a:latin typeface="Microsoft YaHei"/>
                <a:ea typeface="Microsoft YaHei"/>
                <a:cs typeface="Microsoft YaHei"/>
              </a:rPr>
              <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p>
          <a:p>
            <a:pPr marL="26669" algn="l" rtl="0" eaLnBrk="0">
              <a:spcBef>
                <a:spcPts val="900"/>
              </a:spcBef>
              <a:tabLst/>
            </a:pPr>
            <a:r>
              <a:rPr lang="en-US" sz="1600" b="1" kern="0" spc="30" dirty="0">
                <a:solidFill>
                  <a:srgbClr val="FFFFFF">
                    <a:alpha val="100000"/>
                  </a:srgbClr>
                </a:solidFill>
                <a:latin typeface="Microsoft YaHei"/>
                <a:ea typeface="Microsoft YaHei"/>
                <a:cs typeface="Microsoft YaHei"/>
              </a:rPr>
              <a:t>Tensión de carga	110–230 V CA</a:t>
            </a:r>
            <a:r>
              <a:rPr lang="en-US" sz="1600" kern="0" spc="30" dirty="0">
                <a:solidFill>
                  <a:srgbClr val="FFFFFF">
                    <a:alpha val="100000"/>
                  </a:srgbClr>
                </a:solidFill>
                <a:latin typeface="Microsoft YaHei"/>
                <a:ea typeface="Microsoft YaHei"/>
                <a:cs typeface="Microsoft YaHei"/>
              </a:rPr>
              <a:t/>
            </a:r>
          </a:p>
          <a:p>
            <a:pPr marL="26669" algn="l" rtl="0" eaLnBrk="0">
              <a:spcBef>
                <a:spcPts val="900"/>
              </a:spcBef>
              <a:tabLst/>
            </a:pPr>
            <a:r>
              <a:rPr lang="en-US" sz="1600" b="1" dirty="0">
                <a:solidFill>
                  <a:schemeClr val="bg1"/>
                </a:solidFill>
                <a:latin typeface="Microsoft YaHei"/>
                <a:ea typeface="Microsoft YaHei"/>
                <a:cs typeface="Microsoft YaHei"/>
              </a:rPr>
              <a:t>Capacidad de batería		12.800 mAh batería de litio</a:t>
            </a:r>
            <a:r>
              <a:rPr lang="en-US" sz="1600" dirty="0">
                <a:solidFill>
                  <a:schemeClr val="bg1"/>
                </a:solidFill>
                <a:latin typeface="Microsoft YaHei"/>
                <a:ea typeface="Microsoft YaHei"/>
                <a:cs typeface="Microsoft YaHei"/>
              </a:rPr>
              <a:t/>
            </a:r>
            <a:r>
              <a:rPr lang="en-US" sz="1600" dirty="0" err="1">
                <a:solidFill>
                  <a:schemeClr val="bg1"/>
                </a:solidFill>
                <a:latin typeface="Microsoft YaHei"/>
                <a:ea typeface="Microsoft YaHei"/>
                <a:cs typeface="Microsoft YaHei"/>
              </a:rPr>
              <a:t/>
            </a:r>
            <a:r>
              <a:rPr lang="en-US" sz="1600" dirty="0">
                <a:solidFill>
                  <a:schemeClr val="bg1"/>
                </a:solidFill>
                <a:latin typeface="Microsoft YaHei"/>
                <a:ea typeface="Microsoft YaHei"/>
                <a:cs typeface="Microsoft YaHei"/>
              </a:rPr>
              <a:t/>
            </a:r>
            <a:endParaRPr sz="1600" dirty="0">
              <a:solidFill>
                <a:schemeClr val="bg1"/>
              </a:solidFill>
              <a:latin typeface="Microsoft YaHei"/>
              <a:ea typeface="Microsoft YaHei"/>
              <a:cs typeface="Microsoft YaHei"/>
            </a:endParaRPr>
          </a:p>
          <a:p>
            <a:pPr marL="47625" algn="l" rtl="0" eaLnBrk="0">
              <a:spcBef>
                <a:spcPts val="900"/>
              </a:spcBef>
              <a:tabLst/>
            </a:pPr>
            <a:r>
              <a:rPr lang="en-US" sz="1600" b="1" kern="0" spc="-30" dirty="0">
                <a:solidFill>
                  <a:srgbClr val="FFFFFF">
                    <a:alpha val="100000"/>
                  </a:srgbClr>
                </a:solidFill>
                <a:latin typeface="Microsoft YaHei"/>
                <a:ea typeface="Microsoft YaHei"/>
                <a:cs typeface="Microsoft YaHei"/>
              </a:rPr>
              <a:t>Autonomía		3,5 horas de funcionamiento continuo sin cable</a:t>
            </a:r>
            <a:r>
              <a:rPr lang="en-GB" sz="1600" kern="0" spc="-30" dirty="0">
                <a:solidFill>
                  <a:srgbClr val="FFFFFF">
                    <a:alpha val="100000"/>
                  </a:srgbClr>
                </a:solidFill>
                <a:latin typeface="Microsoft YaHei"/>
                <a:ea typeface="Microsoft YaHei"/>
                <a:cs typeface="Microsoft YaHei"/>
              </a:rPr>
              <a:t/>
            </a:r>
            <a:endParaRPr lang="en-US" sz="1600" kern="0" spc="-30" dirty="0">
              <a:solidFill>
                <a:srgbClr val="FFFFFF">
                  <a:alpha val="100000"/>
                </a:srgbClr>
              </a:solidFill>
              <a:latin typeface="Microsoft YaHei"/>
              <a:ea typeface="Microsoft YaHei"/>
              <a:cs typeface="Microsoft YaHei"/>
            </a:endParaRPr>
          </a:p>
          <a:p>
            <a:pPr marL="47625" algn="l" rtl="0" eaLnBrk="0">
              <a:spcBef>
                <a:spcPts val="900"/>
              </a:spcBef>
              <a:tabLst/>
            </a:pPr>
            <a:r>
              <a:rPr lang="en-US" sz="1600" b="1" kern="0" spc="-30" dirty="0">
                <a:solidFill>
                  <a:srgbClr val="FFFFFF">
                    <a:alpha val="100000"/>
                  </a:srgbClr>
                </a:solidFill>
                <a:latin typeface="Microsoft YaHei"/>
                <a:ea typeface="Microsoft YaHei"/>
                <a:cs typeface="Microsoft YaHei"/>
              </a:rPr>
              <a:t>Tiempo de carga 		3 horas</a:t>
            </a:r>
            <a:r>
              <a:rPr lang="en-US" sz="1600" kern="0" spc="-30" dirty="0">
                <a:solidFill>
                  <a:srgbClr val="FFFFFF">
                    <a:alpha val="100000"/>
                  </a:srgbClr>
                </a:solidFill>
                <a:latin typeface="Microsoft YaHei"/>
                <a:ea typeface="Microsoft YaHei"/>
                <a:cs typeface="Microsoft YaHei"/>
              </a:rPr>
              <a:t/>
            </a:r>
            <a:endParaRPr lang="en-US" sz="1600" b="1" kern="0" spc="-30" dirty="0">
              <a:solidFill>
                <a:srgbClr val="FFFFFF">
                  <a:alpha val="100000"/>
                </a:srgbClr>
              </a:solidFill>
              <a:latin typeface="Microsoft YaHei"/>
              <a:ea typeface="Microsoft YaHei"/>
              <a:cs typeface="Microsoft YaHei"/>
            </a:endParaRPr>
          </a:p>
          <a:p>
            <a:pPr marL="47625" algn="l" rtl="0" eaLnBrk="0">
              <a:spcBef>
                <a:spcPts val="900"/>
              </a:spcBef>
              <a:tabLst/>
            </a:pPr>
            <a:r>
              <a:rPr lang="en-US" sz="1600" b="1" kern="0" spc="-30" dirty="0">
                <a:solidFill>
                  <a:srgbClr val="FFFFFF">
                    <a:alpha val="100000"/>
                  </a:srgbClr>
                </a:solidFill>
                <a:latin typeface="Microsoft YaHei"/>
                <a:ea typeface="Microsoft YaHei"/>
                <a:cs typeface="Microsoft YaHei"/>
              </a:rPr>
              <a:t>Potencia nominal		130 W (máx.)</a:t>
            </a:r>
            <a:r>
              <a:rPr sz="1600" b="1" kern="0" spc="-30" dirty="0">
                <a:solidFill>
                  <a:srgbClr val="FFFFFF">
                    <a:alpha val="100000"/>
                  </a:srgbClr>
                </a:solidFill>
                <a:latin typeface="Microsoft YaHei"/>
                <a:ea typeface="Microsoft YaHei"/>
                <a:cs typeface="Microsoft YaHei"/>
              </a:rPr>
              <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endParaRPr sz="1600" dirty="0">
              <a:latin typeface="Microsoft YaHei"/>
              <a:ea typeface="Microsoft YaHei"/>
              <a:cs typeface="Microsoft YaHei"/>
            </a:endParaRPr>
          </a:p>
          <a:p>
            <a:pPr marL="12700" algn="l" rtl="0" eaLnBrk="0">
              <a:spcBef>
                <a:spcPts val="900"/>
              </a:spcBef>
              <a:tabLst/>
            </a:pPr>
            <a:r>
              <a:rPr sz="1600" b="1" kern="0" spc="30" dirty="0">
                <a:solidFill>
                  <a:srgbClr val="FFFFFF">
                    <a:alpha val="100000"/>
                  </a:srgbClr>
                </a:solidFill>
                <a:latin typeface="Microsoft YaHei"/>
                <a:ea typeface="Microsoft YaHei"/>
                <a:cs typeface="Microsoft YaHei"/>
              </a:rPr>
              <a:t>Grado de protección		IP65 caja de batería</a:t>
            </a:r>
            <a:r>
              <a:rPr lang="en-US" sz="1600" b="1" kern="0" spc="30" dirty="0">
                <a:solidFill>
                  <a:srgbClr val="FFFFFF">
                    <a:alpha val="100000"/>
                  </a:srgbClr>
                </a:solidFill>
                <a:latin typeface="Microsoft YaHei"/>
                <a:ea typeface="Microsoft YaHei"/>
                <a:cs typeface="Microsoft YaHei"/>
              </a:rPr>
              <a:t/>
            </a:r>
            <a:r>
              <a:rPr lang="en-US" sz="1600" kern="0" spc="30" dirty="0">
                <a:solidFill>
                  <a:srgbClr val="FFFFFF">
                    <a:alpha val="100000"/>
                  </a:srgbClr>
                </a:solidFill>
                <a:latin typeface="Microsoft YaHei"/>
                <a:ea typeface="Microsoft YaHei"/>
                <a:cs typeface="Microsoft YaHei"/>
              </a:rPr>
              <a:t/>
            </a:r>
          </a:p>
          <a:p>
            <a:pPr marL="12700" algn="l" rtl="0" eaLnBrk="0">
              <a:spcBef>
                <a:spcPts val="900"/>
              </a:spcBef>
              <a:tabLst/>
            </a:pPr>
            <a:r>
              <a:rPr lang="en-US" sz="1600" kern="0" spc="30" dirty="0">
                <a:solidFill>
                  <a:srgbClr val="FFFFFF">
                    <a:alpha val="100000"/>
                  </a:srgbClr>
                </a:solidFill>
                <a:latin typeface="Microsoft YaHei"/>
                <a:ea typeface="Microsoft YaHei"/>
                <a:cs typeface="Microsoft YaHei"/>
              </a:rPr>
              <a:t>IP68 carcasa del motor</a:t>
            </a:r>
            <a:endParaRPr sz="1600" dirty="0">
              <a:latin typeface="Microsoft YaHei"/>
              <a:ea typeface="Microsoft YaHei"/>
              <a:cs typeface="Microsoft YaHei"/>
            </a:endParaRPr>
          </a:p>
        </p:txBody>
      </p:sp>
      <p:sp>
        <p:nvSpPr>
          <p:cNvPr id="2" name="TextBox 1">
            <a:extLst>
              <a:ext uri="{FF2B5EF4-FFF2-40B4-BE49-F238E27FC236}">
                <a16:creationId xmlns:a16="http://schemas.microsoft.com/office/drawing/2014/main" id="{18B0AAC1-F794-3027-D3CF-504A0785777E}"/>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6" name="rect 326"/>
          <p:cNvSpPr/>
          <p:nvPr/>
        </p:nvSpPr>
        <p:spPr>
          <a:xfrm>
            <a:off x="18288" y="-17362"/>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328" name="textbox 328"/>
          <p:cNvSpPr/>
          <p:nvPr/>
        </p:nvSpPr>
        <p:spPr>
          <a:xfrm>
            <a:off x="9068729" y="2395728"/>
            <a:ext cx="3029585" cy="3033395"/>
          </a:xfrm>
          <a:prstGeom prst="rect">
            <a:avLst/>
          </a:prstGeom>
          <a:noFill/>
          <a:ln w="0" cap="flat">
            <a:noFill/>
            <a:prstDash val="solid"/>
            <a:miter lim="0"/>
          </a:ln>
        </p:spPr>
        <p:txBody>
          <a:bodyPr vert="horz" wrap="square" lIns="0" tIns="0" rIns="0" bIns="0"/>
          <a:lstStyle/>
          <a:p>
            <a:pPr algn="l" rtl="0" eaLnBrk="0">
              <a:lnSpc>
                <a:spcPct val="83341"/>
              </a:lnSpc>
              <a:tabLst/>
            </a:pPr>
            <a:endParaRPr lang="en-US" sz="100" dirty="0">
              <a:latin typeface="Arial"/>
              <a:ea typeface="Arial"/>
              <a:cs typeface="Arial"/>
            </a:endParaRPr>
          </a:p>
          <a:p>
            <a:pPr marL="26034" algn="l" rtl="0" eaLnBrk="0">
              <a:lnSpc>
                <a:spcPts val="275"/>
              </a:lnSpc>
              <a:tabLst/>
            </a:pPr>
            <a:r>
              <a:rPr lang="en-US" sz="500" kern="0" spc="-20" dirty="0">
                <a:solidFill>
                  <a:srgbClr val="E5E7EB">
                    <a:alpha val="100000"/>
                  </a:srgbClr>
                </a:solidFill>
                <a:latin typeface="Microsoft YaHei"/>
                <a:ea typeface="Microsoft YaHei"/>
                <a:cs typeface="Microsoft YaHei"/>
              </a:rPr>
              <a:t>•</a:t>
            </a:r>
            <a:endParaRPr lang="en-US" sz="500" dirty="0">
              <a:latin typeface="Microsoft YaHei"/>
              <a:ea typeface="Microsoft YaHei"/>
              <a:cs typeface="Microsoft YaHei"/>
            </a:endParaRPr>
          </a:p>
          <a:p>
            <a:pPr marL="60325" algn="l" rtl="0" eaLnBrk="0">
              <a:lnSpc>
                <a:spcPct val="117000"/>
              </a:lnSpc>
              <a:tabLst/>
            </a:pPr>
            <a:r>
              <a:rPr lang="en-US" sz="2300" b="1" kern="0" spc="-10" dirty="0">
                <a:solidFill>
                  <a:srgbClr val="009D9E">
                    <a:alpha val="100000"/>
                  </a:srgbClr>
                </a:solidFill>
                <a:latin typeface="Microsoft YaHei"/>
                <a:ea typeface="Microsoft YaHei"/>
                <a:cs typeface="Microsoft YaHei"/>
              </a:rPr>
              <a:t>Carga Rápida y Autonomía Prolongada</a:t>
            </a:r>
          </a:p>
          <a:p>
            <a:pPr marL="60325" algn="l" rtl="0" eaLnBrk="0">
              <a:lnSpc>
                <a:spcPct val="117000"/>
              </a:lnSpc>
              <a:tabLst/>
            </a:pPr>
            <a:r>
              <a:rPr lang="en-US" sz="1400" kern="0" spc="-10" dirty="0">
                <a:solidFill>
                  <a:srgbClr val="FFFFFF">
                    <a:alpha val="100000"/>
                  </a:srgbClr>
                </a:solidFill>
                <a:latin typeface="Microsoft YaHei"/>
                <a:ea typeface="Microsoft YaHei"/>
                <a:cs typeface="Microsoft YaHei"/>
              </a:rPr>
              <a:t>El sistema de carga rápida de litio minimiza el tiempo de inactividad, ofreciendo una autonomía prolongada para un rendimiento de limpieza ininterrumpido, diseñado para la durabilidad y resultados consistentes.</a:t>
            </a:r>
            <a:endParaRPr sz="1400" dirty="0">
              <a:latin typeface="Microsoft YaHei"/>
              <a:ea typeface="Microsoft YaHei"/>
              <a:cs typeface="Microsoft YaHei"/>
            </a:endParaRPr>
          </a:p>
        </p:txBody>
      </p:sp>
      <p:sp>
        <p:nvSpPr>
          <p:cNvPr id="330" name="textbox 330"/>
          <p:cNvSpPr/>
          <p:nvPr/>
        </p:nvSpPr>
        <p:spPr>
          <a:xfrm>
            <a:off x="145643" y="2397861"/>
            <a:ext cx="3258820" cy="202755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3165"/>
              </a:lnSpc>
              <a:tabLst/>
            </a:pPr>
            <a:r>
              <a:rPr lang="en-GB" sz="2300" b="1" kern="0" spc="30" dirty="0">
                <a:solidFill>
                  <a:srgbClr val="009D9E">
                    <a:alpha val="100000"/>
                  </a:srgbClr>
                </a:solidFill>
                <a:latin typeface="Microsoft YaHei"/>
                <a:ea typeface="Microsoft YaHei"/>
                <a:cs typeface="Microsoft YaHei"/>
              </a:rPr>
              <a:t>Libertad sin Cable y Movilidad Total</a:t>
            </a:r>
            <a:endParaRPr sz="1200" dirty="0">
              <a:latin typeface="Microsoft YaHei"/>
              <a:ea typeface="Microsoft YaHei"/>
              <a:cs typeface="Microsoft YaHei"/>
            </a:endParaRPr>
          </a:p>
          <a:p>
            <a:pPr marL="130175" indent="11429" algn="l" rtl="0" eaLnBrk="0">
              <a:lnSpc>
                <a:spcPct val="119000"/>
              </a:lnSpc>
              <a:spcBef>
                <a:spcPts val="264"/>
              </a:spcBef>
              <a:tabLst/>
            </a:pPr>
            <a:r>
              <a:rPr lang="en-GB" sz="1400" kern="0" spc="0" dirty="0">
                <a:solidFill>
                  <a:srgbClr val="FFFFFF">
                    <a:alpha val="100000"/>
                  </a:srgbClr>
                </a:solidFill>
                <a:latin typeface="Microsoft YaHei"/>
                <a:ea typeface="Microsoft YaHei"/>
                <a:cs typeface="Microsoft YaHei"/>
              </a:rPr>
              <a:t>El funcionamiento sin cable ofrece movilidad total sin restricciones, proporcionando una aspiración potente, filtración de precisión y cobertura sin esfuerzo de cada rincón de la piscina.</a:t>
            </a:r>
            <a:endParaRPr sz="1400" dirty="0">
              <a:latin typeface="Microsoft YaHei"/>
              <a:ea typeface="Microsoft YaHei"/>
              <a:cs typeface="Microsoft YaHei"/>
            </a:endParaRPr>
          </a:p>
        </p:txBody>
      </p:sp>
      <p:pic>
        <p:nvPicPr>
          <p:cNvPr id="332" name="picture 332"/>
          <p:cNvPicPr>
            <a:picLocks noChangeAspect="1"/>
          </p:cNvPicPr>
          <p:nvPr/>
        </p:nvPicPr>
        <p:blipFill>
          <a:blip r:embed="rId2"/>
          <a:stretch>
            <a:fillRect/>
          </a:stretch>
        </p:blipFill>
        <p:spPr>
          <a:xfrm rot="21600000">
            <a:off x="3561588" y="1272539"/>
            <a:ext cx="2552700" cy="2084832"/>
          </a:xfrm>
          <a:prstGeom prst="rect">
            <a:avLst/>
          </a:prstGeom>
        </p:spPr>
      </p:pic>
      <p:pic>
        <p:nvPicPr>
          <p:cNvPr id="334" name="picture 334"/>
          <p:cNvPicPr>
            <a:picLocks noChangeAspect="1"/>
          </p:cNvPicPr>
          <p:nvPr/>
        </p:nvPicPr>
        <p:blipFill>
          <a:blip r:embed="rId3"/>
          <a:stretch>
            <a:fillRect/>
          </a:stretch>
        </p:blipFill>
        <p:spPr>
          <a:xfrm rot="21600000">
            <a:off x="3561588" y="3508247"/>
            <a:ext cx="2552700" cy="2084832"/>
          </a:xfrm>
          <a:prstGeom prst="rect">
            <a:avLst/>
          </a:prstGeom>
        </p:spPr>
      </p:pic>
      <p:pic>
        <p:nvPicPr>
          <p:cNvPr id="336" name="picture 336"/>
          <p:cNvPicPr>
            <a:picLocks noChangeAspect="1"/>
          </p:cNvPicPr>
          <p:nvPr/>
        </p:nvPicPr>
        <p:blipFill>
          <a:blip r:embed="rId4"/>
          <a:stretch>
            <a:fillRect/>
          </a:stretch>
        </p:blipFill>
        <p:spPr>
          <a:xfrm rot="21600000">
            <a:off x="6269735" y="1272539"/>
            <a:ext cx="2552700" cy="2084832"/>
          </a:xfrm>
          <a:prstGeom prst="rect">
            <a:avLst/>
          </a:prstGeom>
        </p:spPr>
      </p:pic>
      <p:pic>
        <p:nvPicPr>
          <p:cNvPr id="338" name="picture 338"/>
          <p:cNvPicPr>
            <a:picLocks noChangeAspect="1"/>
          </p:cNvPicPr>
          <p:nvPr/>
        </p:nvPicPr>
        <p:blipFill>
          <a:blip r:embed="rId5"/>
          <a:stretch>
            <a:fillRect/>
          </a:stretch>
        </p:blipFill>
        <p:spPr>
          <a:xfrm rot="21600000">
            <a:off x="6271259" y="3508247"/>
            <a:ext cx="2552700" cy="2084832"/>
          </a:xfrm>
          <a:prstGeom prst="rect">
            <a:avLst/>
          </a:prstGeom>
        </p:spPr>
      </p:pic>
      <p:sp>
        <p:nvSpPr>
          <p:cNvPr id="340" name="textbox 340"/>
          <p:cNvSpPr/>
          <p:nvPr/>
        </p:nvSpPr>
        <p:spPr>
          <a:xfrm>
            <a:off x="69574" y="320447"/>
            <a:ext cx="12027608" cy="5626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4227"/>
              </a:lnSpc>
              <a:tabLst/>
            </a:pPr>
            <a:r>
              <a:rPr lang="en-US" sz="3200" b="1" kern="0" spc="-40" dirty="0">
                <a:solidFill>
                  <a:srgbClr val="009D9E">
                    <a:alpha val="100000"/>
                  </a:srgbClr>
                </a:solidFill>
                <a:latin typeface="Microsoft YaHei"/>
                <a:ea typeface="Microsoft YaHei"/>
                <a:cs typeface="Microsoft YaHei"/>
              </a:rPr>
              <a:t>Rendimiento de Limpieza Potente y sin Restricciones</a:t>
            </a:r>
            <a:endParaRPr sz="3200" dirty="0">
              <a:latin typeface="Microsoft YaHei"/>
              <a:ea typeface="Microsoft YaHei"/>
              <a:cs typeface="Microsoft YaHei"/>
            </a:endParaRPr>
          </a:p>
        </p:txBody>
      </p:sp>
      <p:sp>
        <p:nvSpPr>
          <p:cNvPr id="342" name="path 342"/>
          <p:cNvSpPr/>
          <p:nvPr/>
        </p:nvSpPr>
        <p:spPr>
          <a:xfrm>
            <a:off x="3407663" y="5823203"/>
            <a:ext cx="5660136" cy="27432"/>
          </a:xfrm>
          <a:custGeom>
            <a:avLst/>
            <a:gdLst/>
            <a:ahLst/>
            <a:cxnLst/>
            <a:rect l="0" t="0" r="0" b="0"/>
            <a:pathLst>
              <a:path w="8913" h="43">
                <a:moveTo>
                  <a:pt x="0" y="0"/>
                </a:moveTo>
                <a:lnTo>
                  <a:pt x="8913" y="0"/>
                </a:lnTo>
                <a:lnTo>
                  <a:pt x="8913" y="43"/>
                </a:lnTo>
                <a:lnTo>
                  <a:pt x="0" y="43"/>
                </a:lnTo>
                <a:lnTo>
                  <a:pt x="0" y="0"/>
                </a:lnTo>
                <a:close/>
              </a:path>
            </a:pathLst>
          </a:custGeom>
          <a:solidFill>
            <a:srgbClr val="009D9E">
              <a:alpha val="100000"/>
            </a:srgbClr>
          </a:solidFill>
          <a:ln w="0" cap="flat">
            <a:noFill/>
            <a:prstDash val="solid"/>
            <a:miter lim="0"/>
          </a:ln>
        </p:spPr>
        <p:txBody>
          <a:bodyPr rtlCol="0"/>
          <a:lstStyle/>
          <a:p>
            <a:pPr algn="ctr"/>
            <a:endParaRPr lang="zh-CN" altLang="en-US"/>
          </a:p>
        </p:txBody>
      </p:sp>
      <p:sp>
        <p:nvSpPr>
          <p:cNvPr id="2" name="TextBox 1">
            <a:extLst>
              <a:ext uri="{FF2B5EF4-FFF2-40B4-BE49-F238E27FC236}">
                <a16:creationId xmlns:a16="http://schemas.microsoft.com/office/drawing/2014/main" id="{70ED9B55-2A5A-A2B3-BAAD-E08D603BB888}"/>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rect 344"/>
          <p:cNvSpPr/>
          <p:nvPr/>
        </p:nvSpPr>
        <p:spPr>
          <a:xfrm>
            <a:off x="0" y="9938"/>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346" name="picture 346"/>
          <p:cNvPicPr>
            <a:picLocks noChangeAspect="1"/>
          </p:cNvPicPr>
          <p:nvPr/>
        </p:nvPicPr>
        <p:blipFill>
          <a:blip r:embed="rId2"/>
          <a:stretch>
            <a:fillRect/>
          </a:stretch>
        </p:blipFill>
        <p:spPr>
          <a:xfrm rot="21600000">
            <a:off x="38100" y="2544680"/>
            <a:ext cx="12153900" cy="2752344"/>
          </a:xfrm>
          <a:prstGeom prst="rect">
            <a:avLst/>
          </a:prstGeom>
        </p:spPr>
      </p:pic>
      <p:sp>
        <p:nvSpPr>
          <p:cNvPr id="352" name="path 352"/>
          <p:cNvSpPr/>
          <p:nvPr/>
        </p:nvSpPr>
        <p:spPr>
          <a:xfrm>
            <a:off x="0" y="392793"/>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2" name="textbox 234">
            <a:extLst>
              <a:ext uri="{FF2B5EF4-FFF2-40B4-BE49-F238E27FC236}">
                <a16:creationId xmlns:a16="http://schemas.microsoft.com/office/drawing/2014/main" id="{97200F93-8463-DDDC-BE05-7D84B7C8AB93}"/>
              </a:ext>
            </a:extLst>
          </p:cNvPr>
          <p:cNvSpPr/>
          <p:nvPr/>
        </p:nvSpPr>
        <p:spPr>
          <a:xfrm>
            <a:off x="7073877" y="345220"/>
            <a:ext cx="4826508" cy="1521638"/>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ctr" eaLnBrk="0">
              <a:lnSpc>
                <a:spcPts val="2619"/>
              </a:lnSpc>
            </a:pPr>
            <a:r>
              <a:rPr lang="en-US" sz="2000" b="1" kern="0" spc="-20" dirty="0">
                <a:solidFill>
                  <a:srgbClr val="009D9E">
                    <a:alpha val="100000"/>
                  </a:srgbClr>
                </a:solidFill>
                <a:latin typeface="Microsoft YaHei"/>
                <a:ea typeface="Microsoft YaHei"/>
                <a:cs typeface="Microsoft YaHei"/>
              </a:rPr>
              <a:t>WC-3010</a:t>
            </a:r>
            <a:endParaRPr lang="en-US" sz="2000" dirty="0">
              <a:latin typeface="Microsoft YaHei"/>
              <a:ea typeface="Microsoft YaHei"/>
              <a:cs typeface="Microsoft YaHei"/>
            </a:endParaRPr>
          </a:p>
          <a:p>
            <a:pPr algn="ctr" rtl="0" eaLnBrk="0">
              <a:lnSpc>
                <a:spcPts val="2619"/>
              </a:lnSpc>
              <a:tabLst/>
            </a:pPr>
            <a:r>
              <a:rPr sz="2000" b="1" kern="0" spc="-30" dirty="0">
                <a:solidFill>
                  <a:srgbClr val="009D9E">
                    <a:alpha val="100000"/>
                  </a:srgbClr>
                </a:solidFill>
                <a:latin typeface="Microsoft YaHei"/>
                <a:ea typeface="Microsoft YaHei"/>
                <a:cs typeface="Microsoft YaHei"/>
              </a:rPr>
              <a:t>Robot Limpiapiscinas sin Cable</a:t>
            </a:r>
            <a:r>
              <a:rPr sz="2000" b="1" kern="0" spc="36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r>
              <a:rPr sz="2000" b="1" kern="0" spc="320" dirty="0">
                <a:solidFill>
                  <a:srgbClr val="009D9E">
                    <a:alpha val="100000"/>
                  </a:srgbClr>
                </a:solidFill>
                <a:latin typeface="Microsoft YaHei"/>
                <a:ea typeface="Microsoft YaHei"/>
                <a:cs typeface="Microsoft YaHei"/>
              </a:rPr>
              <a:t/>
            </a:r>
            <a:r>
              <a:rPr sz="2000" b="1" kern="0" spc="-40" dirty="0">
                <a:solidFill>
                  <a:srgbClr val="009D9E">
                    <a:alpha val="100000"/>
                  </a:srgbClr>
                </a:solidFill>
                <a:latin typeface="Microsoft YaHei"/>
                <a:ea typeface="Microsoft YaHei"/>
                <a:cs typeface="Microsoft YaHei"/>
              </a:rPr>
              <a:t/>
            </a:r>
            <a:endParaRPr sz="2000" dirty="0">
              <a:latin typeface="Microsoft YaHei"/>
              <a:ea typeface="Microsoft YaHei"/>
              <a:cs typeface="Microsoft YaHei"/>
            </a:endParaRPr>
          </a:p>
          <a:p>
            <a:pPr marL="12700" algn="ctr" rtl="0" eaLnBrk="0">
              <a:lnSpc>
                <a:spcPts val="2627"/>
              </a:lnSpc>
              <a:tabLst/>
            </a:pPr>
            <a:r>
              <a:rPr lang="en-US" sz="2000" b="1" kern="0" spc="-10" dirty="0">
                <a:solidFill>
                  <a:srgbClr val="FFFFFF">
                    <a:alpha val="100000"/>
                  </a:srgbClr>
                </a:solidFill>
                <a:latin typeface="Microsoft YaHei"/>
                <a:ea typeface="Microsoft YaHei"/>
                <a:cs typeface="Microsoft YaHei"/>
              </a:rPr>
              <a:t>Libertad sin Cable. Limpieza sin Esfuerzo</a:t>
            </a:r>
          </a:p>
          <a:p>
            <a:pPr marL="12700" algn="ctr" rtl="0" eaLnBrk="0">
              <a:lnSpc>
                <a:spcPts val="2627"/>
              </a:lnSpc>
              <a:tabLst/>
            </a:pPr>
            <a:r>
              <a:rPr lang="en-US" sz="2000" b="1" dirty="0">
                <a:solidFill>
                  <a:schemeClr val="bg1"/>
                </a:solidFill>
                <a:latin typeface="Microsoft YaHei"/>
                <a:ea typeface="Microsoft YaHei"/>
                <a:cs typeface="Microsoft YaHei"/>
              </a:rPr>
              <a:t>Limpia en Cualquier Lugar. Se Mueve por Todas Partes</a:t>
            </a:r>
            <a:endParaRPr sz="2000" b="1" dirty="0">
              <a:solidFill>
                <a:schemeClr val="bg1"/>
              </a:solidFill>
              <a:latin typeface="Microsoft YaHei"/>
              <a:ea typeface="Microsoft YaHei"/>
              <a:cs typeface="Microsoft YaHei"/>
            </a:endParaRPr>
          </a:p>
        </p:txBody>
      </p:sp>
      <p:sp>
        <p:nvSpPr>
          <p:cNvPr id="3" name="textbox 222">
            <a:extLst>
              <a:ext uri="{FF2B5EF4-FFF2-40B4-BE49-F238E27FC236}">
                <a16:creationId xmlns:a16="http://schemas.microsoft.com/office/drawing/2014/main" id="{B8958CC0-A45F-1098-C547-37D0565191B9}"/>
              </a:ext>
            </a:extLst>
          </p:cNvPr>
          <p:cNvSpPr/>
          <p:nvPr/>
        </p:nvSpPr>
        <p:spPr>
          <a:xfrm>
            <a:off x="822759" y="409457"/>
            <a:ext cx="5081083" cy="56260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4227"/>
              </a:lnSpc>
              <a:tabLst/>
            </a:pPr>
            <a:r>
              <a:rPr lang="en-US" sz="3200" b="1" kern="0" spc="-10" dirty="0">
                <a:solidFill>
                  <a:srgbClr val="FFFFFF">
                    <a:alpha val="100000"/>
                  </a:srgbClr>
                </a:solidFill>
                <a:latin typeface="Microsoft YaHei"/>
                <a:ea typeface="Microsoft YaHei"/>
                <a:cs typeface="Microsoft YaHei"/>
              </a:rPr>
              <a:t>Variantes de Color Disponibles</a:t>
            </a:r>
            <a:endParaRPr sz="3200" dirty="0">
              <a:latin typeface="Microsoft YaHei"/>
              <a:ea typeface="Microsoft YaHei"/>
              <a:cs typeface="Microsoft YaHei"/>
            </a:endParaRPr>
          </a:p>
        </p:txBody>
      </p:sp>
      <p:sp>
        <p:nvSpPr>
          <p:cNvPr id="4" name="TextBox 3">
            <a:extLst>
              <a:ext uri="{FF2B5EF4-FFF2-40B4-BE49-F238E27FC236}">
                <a16:creationId xmlns:a16="http://schemas.microsoft.com/office/drawing/2014/main" id="{766A73F2-081C-42CE-3FB8-6D01328CBDAB}"/>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4" name="rect 354"/>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356" name="picture 356"/>
          <p:cNvPicPr>
            <a:picLocks noChangeAspect="1"/>
          </p:cNvPicPr>
          <p:nvPr/>
        </p:nvPicPr>
        <p:blipFill>
          <a:blip r:embed="rId2"/>
          <a:stretch>
            <a:fillRect/>
          </a:stretch>
        </p:blipFill>
        <p:spPr>
          <a:xfrm rot="21600000">
            <a:off x="7400544" y="1220724"/>
            <a:ext cx="3485388" cy="5637275"/>
          </a:xfrm>
          <a:prstGeom prst="rect">
            <a:avLst/>
          </a:prstGeom>
        </p:spPr>
      </p:pic>
      <p:sp>
        <p:nvSpPr>
          <p:cNvPr id="358" name="rect 358"/>
          <p:cNvSpPr/>
          <p:nvPr/>
        </p:nvSpPr>
        <p:spPr>
          <a:xfrm>
            <a:off x="544067" y="3955110"/>
            <a:ext cx="4008055" cy="396240"/>
          </a:xfrm>
          <a:prstGeom prst="rect">
            <a:avLst/>
          </a:prstGeom>
          <a:solidFill>
            <a:srgbClr val="009D9E">
              <a:alpha val="100000"/>
            </a:srgbClr>
          </a:solidFill>
          <a:ln w="0" cap="flat">
            <a:noFill/>
            <a:prstDash val="solid"/>
            <a:miter lim="0"/>
          </a:ln>
        </p:spPr>
        <p:txBody>
          <a:bodyPr rtlCol="0"/>
          <a:lstStyle/>
          <a:p>
            <a:pPr algn="ctr"/>
            <a:r>
              <a:rPr lang="en-US" altLang="zh-CN" sz="2000" b="1">
                <a:solidFill>
                  <a:schemeClr val="bg1"/>
                </a:solidFill>
                <a:latin typeface="Microsoft YaHei" panose="020B0503020204020204" pitchFamily="34" charset="-122"/>
                <a:ea typeface="Microsoft YaHei" panose="020B0503020204020204" pitchFamily="34" charset="-122"/>
              </a:rPr>
              <a:t>Diseño Industrial y Estético</a:t>
            </a:r>
            <a:endParaRPr lang="zh-CN" altLang="en-US" sz="2000" b="1">
              <a:solidFill>
                <a:schemeClr val="bg1"/>
              </a:solidFill>
              <a:latin typeface="Microsoft YaHei" panose="020B0503020204020204" pitchFamily="34" charset="-122"/>
              <a:ea typeface="Microsoft YaHei" panose="020B0503020204020204" pitchFamily="34" charset="-122"/>
            </a:endParaRPr>
          </a:p>
        </p:txBody>
      </p:sp>
      <p:sp>
        <p:nvSpPr>
          <p:cNvPr id="360" name="textbox 360"/>
          <p:cNvSpPr/>
          <p:nvPr/>
        </p:nvSpPr>
        <p:spPr>
          <a:xfrm>
            <a:off x="531368" y="3045615"/>
            <a:ext cx="5349240" cy="2079625"/>
          </a:xfrm>
          <a:prstGeom prst="rect">
            <a:avLst/>
          </a:prstGeom>
          <a:noFill/>
          <a:ln w="0" cap="flat">
            <a:noFill/>
            <a:prstDash val="solid"/>
            <a:miter lim="0"/>
          </a:ln>
        </p:spPr>
        <p:txBody>
          <a:bodyPr vert="horz" wrap="square" lIns="0" tIns="0" rIns="0" bIns="0"/>
          <a:lstStyle/>
          <a:p>
            <a:pPr algn="l" rtl="0" eaLnBrk="0">
              <a:lnSpc>
                <a:spcPct val="23714"/>
              </a:lnSpc>
              <a:tabLst/>
            </a:pPr>
            <a:endParaRPr sz="100" dirty="0">
              <a:latin typeface="Arial"/>
              <a:ea typeface="Arial"/>
              <a:cs typeface="Arial"/>
            </a:endParaRPr>
          </a:p>
          <a:p>
            <a:pPr marL="44450" indent="-12700" algn="l" rtl="0" eaLnBrk="0">
              <a:lnSpc>
                <a:spcPct val="121000"/>
              </a:lnSpc>
              <a:tabLst/>
            </a:pPr>
            <a:r>
              <a:rPr lang="en-GB" sz="1400" kern="0" spc="0" dirty="0">
                <a:solidFill>
                  <a:srgbClr val="FFFFFF">
                    <a:alpha val="100000"/>
                  </a:srgbClr>
                </a:solidFill>
                <a:latin typeface="Microsoft YaHei"/>
                <a:ea typeface="Microsoft YaHei"/>
                <a:cs typeface="Microsoft YaHei"/>
              </a:rPr>
              <a:t>Sistema de alimentación por cable con longitudes personalizables, proporcionando amplia cobertura de la piscina y funcionamiento continuo e ininterrumpido.</a:t>
            </a:r>
            <a:endParaRPr sz="1400" dirty="0">
              <a:latin typeface="Microsoft YaHei"/>
              <a:ea typeface="Microsoft YaHei"/>
              <a:cs typeface="Microsoft YaHei"/>
            </a:endParaRPr>
          </a:p>
          <a:p>
            <a:pPr marL="12700" algn="l" rtl="0" eaLnBrk="0">
              <a:lnSpc>
                <a:spcPts val="2644"/>
              </a:lnSpc>
              <a:spcBef>
                <a:spcPts val="1666"/>
              </a:spcBef>
              <a:tabLst>
                <a:tab pos="128904" algn="l"/>
              </a:tabLst>
            </a:pPr>
            <a:r>
              <a:rPr sz="2000" b="1" kern="0" spc="0" dirty="0">
                <a:solidFill>
                  <a:srgbClr val="FFFFFF">
                    <a:alpha val="100000"/>
                  </a:srgbClr>
                </a:solidFill>
                <a:latin typeface="Microsoft YaHei"/>
                <a:ea typeface="Microsoft YaHei"/>
                <a:cs typeface="Microsoft YaHei"/>
              </a:rPr>
              <a:t>	</a:t>
            </a:r>
            <a:endParaRPr sz="1000" dirty="0">
              <a:latin typeface="Arial"/>
              <a:ea typeface="Arial"/>
              <a:cs typeface="Arial"/>
            </a:endParaRPr>
          </a:p>
          <a:p>
            <a:pPr algn="l" rtl="0" eaLnBrk="0">
              <a:lnSpc>
                <a:spcPct val="6278"/>
              </a:lnSpc>
              <a:tabLst/>
            </a:pPr>
            <a:endParaRPr sz="100" dirty="0">
              <a:latin typeface="Arial"/>
              <a:ea typeface="Arial"/>
              <a:cs typeface="Arial"/>
            </a:endParaRPr>
          </a:p>
          <a:p>
            <a:pPr marL="70485" indent="16509" algn="l" rtl="0" eaLnBrk="0">
              <a:lnSpc>
                <a:spcPct val="131000"/>
              </a:lnSpc>
              <a:tabLst/>
            </a:pPr>
            <a:r>
              <a:rPr lang="en-GB" sz="1400" kern="0" spc="-10" dirty="0">
                <a:solidFill>
                  <a:srgbClr val="FFFFFF">
                    <a:alpha val="100000"/>
                  </a:srgbClr>
                </a:solidFill>
                <a:latin typeface="Microsoft YaHei"/>
                <a:ea typeface="Microsoft YaHei"/>
                <a:cs typeface="Microsoft YaHei"/>
              </a:rPr>
              <a:t>Construcción duradera y resistente al agua, diseñada para un rendimiento a largo plazo, con estilos de fuente personalizables que complementan una amplia variedad de entornos domésticos y de piscina.</a:t>
            </a:r>
            <a:endParaRPr sz="1400" dirty="0">
              <a:latin typeface="Microsoft YaHei"/>
              <a:ea typeface="Microsoft YaHei"/>
              <a:cs typeface="Microsoft YaHei"/>
            </a:endParaRPr>
          </a:p>
        </p:txBody>
      </p:sp>
      <p:sp>
        <p:nvSpPr>
          <p:cNvPr id="362" name="textbox 362"/>
          <p:cNvSpPr/>
          <p:nvPr/>
        </p:nvSpPr>
        <p:spPr>
          <a:xfrm>
            <a:off x="5298757" y="76506"/>
            <a:ext cx="6861175" cy="101409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09854" algn="ctr" rtl="0" eaLnBrk="0">
              <a:lnSpc>
                <a:spcPts val="2592"/>
              </a:lnSpc>
              <a:tabLst/>
            </a:pPr>
            <a:r>
              <a:rPr lang="en-GB" sz="2000" b="1" kern="0" spc="-20" dirty="0">
                <a:solidFill>
                  <a:srgbClr val="009D9E">
                    <a:alpha val="100000"/>
                  </a:srgbClr>
                </a:solidFill>
                <a:latin typeface="Microsoft YaHei"/>
                <a:ea typeface="Microsoft YaHei"/>
                <a:cs typeface="Microsoft YaHei"/>
              </a:rPr>
              <a:t>WC-4010 | Robot Multifuncional para el Cuidado de la Piscina</a:t>
            </a:r>
            <a:endParaRPr sz="2000" dirty="0">
              <a:latin typeface="Microsoft YaHei"/>
              <a:ea typeface="Microsoft YaHei"/>
              <a:cs typeface="Microsoft YaHei"/>
            </a:endParaRPr>
          </a:p>
          <a:p>
            <a:pPr marL="12700" algn="ctr" rtl="0" eaLnBrk="0">
              <a:lnSpc>
                <a:spcPts val="2622"/>
              </a:lnSpc>
              <a:tabLst/>
            </a:pPr>
            <a:r>
              <a:rPr lang="en-US" sz="2000" b="1" kern="0" spc="-20" dirty="0">
                <a:solidFill>
                  <a:srgbClr val="FFFFFF">
                    <a:alpha val="100000"/>
                  </a:srgbClr>
                </a:solidFill>
                <a:latin typeface="Microsoft YaHei"/>
                <a:ea typeface="Microsoft YaHei"/>
                <a:cs typeface="Microsoft YaHei"/>
              </a:rPr>
              <a:t>Tres Modos de Funcionamiento:</a:t>
            </a:r>
            <a:r>
              <a:rPr sz="2000" b="1" kern="0" spc="-20" dirty="0">
                <a:solidFill>
                  <a:srgbClr val="FFFFFF">
                    <a:alpha val="100000"/>
                  </a:srgbClr>
                </a:solidFill>
                <a:latin typeface="Microsoft YaHei"/>
                <a:ea typeface="Microsoft YaHei"/>
                <a:cs typeface="Microsoft YaHei"/>
              </a:rPr>
              <a:t/>
            </a:r>
            <a:endParaRPr lang="en-US" sz="2000" b="1" kern="0" spc="-20" dirty="0">
              <a:solidFill>
                <a:srgbClr val="FFFFFF">
                  <a:alpha val="100000"/>
                </a:srgbClr>
              </a:solidFill>
              <a:latin typeface="Microsoft YaHei"/>
              <a:ea typeface="Microsoft YaHei"/>
              <a:cs typeface="Microsoft YaHei"/>
            </a:endParaRPr>
          </a:p>
          <a:p>
            <a:pPr marL="12700" algn="ctr" rtl="0" eaLnBrk="0">
              <a:lnSpc>
                <a:spcPts val="2622"/>
              </a:lnSpc>
              <a:tabLst/>
            </a:pPr>
            <a:r>
              <a:rPr sz="2000" b="1" kern="0" spc="-20" dirty="0">
                <a:solidFill>
                  <a:srgbClr val="FFFFFF">
                    <a:alpha val="100000"/>
                  </a:srgbClr>
                </a:solidFill>
                <a:latin typeface="Microsoft YaHei"/>
                <a:ea typeface="Microsoft YaHei"/>
                <a:cs typeface="Microsoft YaHei"/>
              </a:rPr>
              <a:t>Limpieza, Bombeo de Agua y Fuente Decorativa</a:t>
            </a:r>
            <a:r>
              <a:rPr sz="2000" b="1" kern="0" spc="-30" dirty="0">
                <a:solidFill>
                  <a:srgbClr val="FFFFFF">
                    <a:alpha val="100000"/>
                  </a:srgbClr>
                </a:solidFill>
                <a:latin typeface="Microsoft YaHei"/>
                <a:ea typeface="Microsoft YaHei"/>
                <a:cs typeface="Microsoft YaHei"/>
              </a:rPr>
              <a:t/>
            </a:r>
            <a:r>
              <a:rPr sz="2000" b="1" kern="0" spc="320" dirty="0">
                <a:solidFill>
                  <a:srgbClr val="FFFFFF">
                    <a:alpha val="100000"/>
                  </a:srgbClr>
                </a:solidFill>
                <a:latin typeface="Microsoft YaHei"/>
                <a:ea typeface="Microsoft YaHei"/>
                <a:cs typeface="Microsoft YaHei"/>
              </a:rPr>
              <a:t/>
            </a:r>
            <a:r>
              <a:rPr sz="2000" b="1" kern="0" spc="-30" dirty="0">
                <a:solidFill>
                  <a:srgbClr val="FFFFFF">
                    <a:alpha val="100000"/>
                  </a:srgbClr>
                </a:solidFill>
                <a:latin typeface="Microsoft YaHei"/>
                <a:ea typeface="Microsoft YaHei"/>
                <a:cs typeface="Microsoft YaHei"/>
              </a:rPr>
              <a:t/>
            </a:r>
            <a:r>
              <a:rPr sz="2000" b="1" kern="0" spc="320" dirty="0">
                <a:solidFill>
                  <a:srgbClr val="FFFFFF">
                    <a:alpha val="100000"/>
                  </a:srgbClr>
                </a:solidFill>
                <a:latin typeface="Microsoft YaHei"/>
                <a:ea typeface="Microsoft YaHei"/>
                <a:cs typeface="Microsoft YaHei"/>
              </a:rPr>
              <a:t/>
            </a:r>
            <a:r>
              <a:rPr sz="2000" b="1" kern="0" spc="-30" dirty="0">
                <a:solidFill>
                  <a:srgbClr val="FFFFFF">
                    <a:alpha val="100000"/>
                  </a:srgbClr>
                </a:solidFill>
                <a:latin typeface="Microsoft YaHei"/>
                <a:ea typeface="Microsoft YaHei"/>
                <a:cs typeface="Microsoft YaHei"/>
              </a:rPr>
              <a:t/>
            </a:r>
            <a:endParaRPr sz="2000" dirty="0">
              <a:latin typeface="Microsoft YaHei"/>
              <a:ea typeface="Microsoft YaHei"/>
              <a:cs typeface="Microsoft YaHei"/>
            </a:endParaRPr>
          </a:p>
        </p:txBody>
      </p:sp>
      <p:sp>
        <p:nvSpPr>
          <p:cNvPr id="364" name="textbox 364"/>
          <p:cNvSpPr/>
          <p:nvPr/>
        </p:nvSpPr>
        <p:spPr>
          <a:xfrm>
            <a:off x="575891" y="1723240"/>
            <a:ext cx="5200650" cy="866139"/>
          </a:xfrm>
          <a:prstGeom prst="rect">
            <a:avLst/>
          </a:prstGeom>
          <a:noFill/>
          <a:ln w="0" cap="flat">
            <a:noFill/>
            <a:prstDash val="solid"/>
            <a:miter lim="0"/>
          </a:ln>
        </p:spPr>
        <p:txBody>
          <a:bodyPr vert="horz" wrap="square" lIns="0" tIns="0" rIns="0" bIns="0"/>
          <a:lstStyle/>
          <a:p>
            <a:pPr algn="l" rtl="0" eaLnBrk="0">
              <a:lnSpc>
                <a:spcPct val="23716"/>
              </a:lnSpc>
              <a:tabLst/>
            </a:pPr>
            <a:endParaRPr sz="100" dirty="0">
              <a:latin typeface="Arial"/>
              <a:ea typeface="Arial"/>
              <a:cs typeface="Arial"/>
            </a:endParaRPr>
          </a:p>
          <a:p>
            <a:pPr marL="22859" algn="l" rtl="0" eaLnBrk="0">
              <a:lnSpc>
                <a:spcPct val="121000"/>
              </a:lnSpc>
              <a:tabLst/>
            </a:pPr>
            <a:r>
              <a:rPr lang="en-GB" sz="1400" kern="0" spc="-10" dirty="0">
                <a:solidFill>
                  <a:srgbClr val="FFFFFF">
                    <a:alpha val="100000"/>
                  </a:srgbClr>
                </a:solidFill>
                <a:latin typeface="Microsoft YaHei"/>
                <a:ea typeface="Microsoft YaHei"/>
                <a:cs typeface="Microsoft YaHei"/>
              </a:rPr>
              <a:t>Mejorado con modos integrados de fuente y bombeo de agua, ofreciendo una solución todo en uno completa para la limpieza, circulación y elementos decorativos de agua en su piscina.</a:t>
            </a:r>
            <a:endParaRPr sz="1400" dirty="0">
              <a:latin typeface="Microsoft YaHei"/>
              <a:ea typeface="Microsoft YaHei"/>
              <a:cs typeface="Microsoft YaHei"/>
            </a:endParaRPr>
          </a:p>
        </p:txBody>
      </p:sp>
      <p:sp>
        <p:nvSpPr>
          <p:cNvPr id="366" name="textbox 366"/>
          <p:cNvSpPr/>
          <p:nvPr/>
        </p:nvSpPr>
        <p:spPr>
          <a:xfrm>
            <a:off x="888699" y="300128"/>
            <a:ext cx="3088639" cy="56260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4227"/>
              </a:lnSpc>
              <a:tabLst/>
            </a:pPr>
            <a:r>
              <a:rPr sz="3200" b="1" kern="0" spc="-80" dirty="0">
                <a:solidFill>
                  <a:srgbClr val="FFFFFF">
                    <a:alpha val="100000"/>
                  </a:srgbClr>
                </a:solidFill>
                <a:latin typeface="Microsoft YaHei"/>
                <a:ea typeface="Microsoft YaHei"/>
                <a:cs typeface="Microsoft YaHei"/>
              </a:rPr>
              <a:t>Descripción del Producto</a:t>
            </a:r>
            <a:r>
              <a:rPr sz="3200" b="1" kern="0" spc="570" dirty="0">
                <a:solidFill>
                  <a:srgbClr val="FFFFFF">
                    <a:alpha val="100000"/>
                  </a:srgbClr>
                </a:solidFill>
                <a:latin typeface="Microsoft YaHei"/>
                <a:ea typeface="Microsoft YaHei"/>
                <a:cs typeface="Microsoft YaHei"/>
              </a:rPr>
              <a:t/>
            </a:r>
            <a:r>
              <a:rPr sz="3200" b="1" kern="0" spc="-80" dirty="0">
                <a:solidFill>
                  <a:srgbClr val="FFFFFF">
                    <a:alpha val="100000"/>
                  </a:srgbClr>
                </a:solidFill>
                <a:latin typeface="Microsoft YaHei"/>
                <a:ea typeface="Microsoft YaHei"/>
                <a:cs typeface="Microsoft YaHei"/>
              </a:rPr>
              <a:t/>
            </a:r>
            <a:r>
              <a:rPr sz="3200" b="1" kern="0" spc="-9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368" name="textbox 368"/>
          <p:cNvSpPr/>
          <p:nvPr/>
        </p:nvSpPr>
        <p:spPr>
          <a:xfrm>
            <a:off x="593139" y="5821252"/>
            <a:ext cx="4552950" cy="25590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1813"/>
              </a:lnSpc>
              <a:tabLst/>
            </a:pPr>
            <a:r>
              <a:rPr lang="en-GB" sz="1400" kern="0" spc="-10" dirty="0">
                <a:solidFill>
                  <a:srgbClr val="FFFFFF">
                    <a:alpha val="100000"/>
                  </a:srgbClr>
                </a:solidFill>
                <a:latin typeface="Microsoft YaHei"/>
                <a:ea typeface="Microsoft YaHei"/>
                <a:cs typeface="Microsoft YaHei"/>
              </a:rPr>
              <a:t>Interfaz de control integrada con temporizador programable e inicio con un solo toque para un manejo sencillo e intuitivo.</a:t>
            </a:r>
            <a:endParaRPr sz="1400" dirty="0">
              <a:latin typeface="Microsoft YaHei"/>
              <a:ea typeface="Microsoft YaHei"/>
              <a:cs typeface="Microsoft YaHei"/>
            </a:endParaRPr>
          </a:p>
        </p:txBody>
      </p:sp>
      <p:sp>
        <p:nvSpPr>
          <p:cNvPr id="370" name="textbox 370"/>
          <p:cNvSpPr/>
          <p:nvPr/>
        </p:nvSpPr>
        <p:spPr>
          <a:xfrm>
            <a:off x="544068" y="2634995"/>
            <a:ext cx="3433270" cy="39687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61433"/>
              </a:lnSpc>
              <a:tabLst/>
            </a:pPr>
            <a:endParaRPr sz="100" dirty="0">
              <a:latin typeface="Arial"/>
              <a:ea typeface="Arial"/>
              <a:cs typeface="Arial"/>
            </a:endParaRPr>
          </a:p>
          <a:p>
            <a:pPr marL="93980" algn="l" rtl="0" eaLnBrk="0">
              <a:lnSpc>
                <a:spcPts val="2644"/>
              </a:lnSpc>
              <a:tabLst/>
            </a:pPr>
            <a:r>
              <a:rPr lang="en-US" sz="2000" b="1" kern="0" spc="-40" dirty="0">
                <a:solidFill>
                  <a:srgbClr val="FFFFFF">
                    <a:alpha val="100000"/>
                  </a:srgbClr>
                </a:solidFill>
                <a:latin typeface="Microsoft YaHei"/>
                <a:ea typeface="Microsoft YaHei"/>
                <a:cs typeface="Microsoft YaHei"/>
              </a:rPr>
              <a:t>Sistema de Alimentación y Carga</a:t>
            </a:r>
            <a:endParaRPr sz="2000" dirty="0">
              <a:latin typeface="Microsoft YaHei"/>
              <a:ea typeface="Microsoft YaHei"/>
              <a:cs typeface="Microsoft YaHei"/>
            </a:endParaRPr>
          </a:p>
        </p:txBody>
      </p:sp>
      <p:sp>
        <p:nvSpPr>
          <p:cNvPr id="372" name="textbox 372"/>
          <p:cNvSpPr/>
          <p:nvPr/>
        </p:nvSpPr>
        <p:spPr>
          <a:xfrm>
            <a:off x="544068" y="1234440"/>
            <a:ext cx="3088638" cy="396240"/>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44763"/>
              </a:lnSpc>
              <a:tabLst/>
            </a:pPr>
            <a:endParaRPr sz="100" dirty="0">
              <a:latin typeface="Arial"/>
              <a:ea typeface="Arial"/>
              <a:cs typeface="Arial"/>
            </a:endParaRPr>
          </a:p>
          <a:p>
            <a:pPr marL="191770" algn="l" rtl="0" eaLnBrk="0">
              <a:lnSpc>
                <a:spcPts val="2644"/>
              </a:lnSpc>
              <a:tabLst/>
            </a:pPr>
            <a:r>
              <a:rPr lang="en-US" sz="2000" b="1" kern="0" spc="-60" dirty="0">
                <a:solidFill>
                  <a:srgbClr val="FFFFFF">
                    <a:alpha val="100000"/>
                  </a:srgbClr>
                </a:solidFill>
                <a:latin typeface="Microsoft YaHei"/>
                <a:ea typeface="Microsoft YaHei"/>
                <a:cs typeface="Microsoft YaHei"/>
              </a:rPr>
              <a:t>Características Funcionales</a:t>
            </a:r>
            <a:endParaRPr sz="2000" dirty="0">
              <a:latin typeface="Microsoft YaHei"/>
              <a:ea typeface="Microsoft YaHei"/>
              <a:cs typeface="Microsoft YaHei"/>
            </a:endParaRPr>
          </a:p>
        </p:txBody>
      </p:sp>
      <p:sp>
        <p:nvSpPr>
          <p:cNvPr id="374" name="textbox 374"/>
          <p:cNvSpPr/>
          <p:nvPr/>
        </p:nvSpPr>
        <p:spPr>
          <a:xfrm>
            <a:off x="544068" y="5353281"/>
            <a:ext cx="3918602" cy="396875"/>
          </a:xfrm>
          <a:prstGeom prst="rect">
            <a:avLst/>
          </a:prstGeom>
          <a:solidFill>
            <a:srgbClr val="009D9E">
              <a:alpha val="100000"/>
            </a:srgbClr>
          </a:solidFill>
          <a:ln w="0" cap="flat">
            <a:noFill/>
            <a:prstDash val="solid"/>
            <a:miter lim="0"/>
          </a:ln>
        </p:spPr>
        <p:txBody>
          <a:bodyPr vert="horz" wrap="square" lIns="0" tIns="0" rIns="0" bIns="0"/>
          <a:lstStyle/>
          <a:p>
            <a:pPr algn="l" rtl="0" eaLnBrk="0">
              <a:lnSpc>
                <a:spcPct val="73933"/>
              </a:lnSpc>
              <a:tabLst/>
            </a:pPr>
            <a:endParaRPr sz="100" dirty="0">
              <a:latin typeface="Arial"/>
              <a:ea typeface="Arial"/>
              <a:cs typeface="Arial"/>
            </a:endParaRPr>
          </a:p>
          <a:p>
            <a:pPr marL="91439" algn="l" rtl="0" eaLnBrk="0">
              <a:lnSpc>
                <a:spcPts val="2644"/>
              </a:lnSpc>
              <a:tabLst/>
            </a:pPr>
            <a:r>
              <a:rPr lang="en-US" sz="2000" b="1" kern="0" spc="-40" dirty="0">
                <a:solidFill>
                  <a:srgbClr val="FFFFFF">
                    <a:alpha val="100000"/>
                  </a:srgbClr>
                </a:solidFill>
                <a:latin typeface="Microsoft YaHei"/>
                <a:ea typeface="Microsoft YaHei"/>
                <a:cs typeface="Microsoft YaHei"/>
              </a:rPr>
              <a:t>Interfaz de Control y Funcionamiento</a:t>
            </a:r>
            <a:endParaRPr sz="2000" dirty="0">
              <a:latin typeface="Microsoft YaHei"/>
              <a:ea typeface="Microsoft YaHei"/>
              <a:cs typeface="Microsoft YaHei"/>
            </a:endParaRPr>
          </a:p>
        </p:txBody>
      </p:sp>
      <p:pic>
        <p:nvPicPr>
          <p:cNvPr id="376" name="picture 376"/>
          <p:cNvPicPr>
            <a:picLocks noChangeAspect="1"/>
          </p:cNvPicPr>
          <p:nvPr/>
        </p:nvPicPr>
        <p:blipFill>
          <a:blip r:embed="rId3"/>
          <a:stretch>
            <a:fillRect/>
          </a:stretch>
        </p:blipFill>
        <p:spPr>
          <a:xfrm rot="21600000">
            <a:off x="11472671" y="5641189"/>
            <a:ext cx="630935" cy="690372"/>
          </a:xfrm>
          <a:prstGeom prst="rect">
            <a:avLst/>
          </a:prstGeom>
        </p:spPr>
      </p:pic>
      <p:sp>
        <p:nvSpPr>
          <p:cNvPr id="378" name="path 378"/>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2" name="TextBox 1">
            <a:extLst>
              <a:ext uri="{FF2B5EF4-FFF2-40B4-BE49-F238E27FC236}">
                <a16:creationId xmlns:a16="http://schemas.microsoft.com/office/drawing/2014/main" id="{A90B4094-9566-603B-1050-ED7DE89C77D6}"/>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0" name="rect 380"/>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382" name="textbox 382"/>
          <p:cNvSpPr/>
          <p:nvPr/>
        </p:nvSpPr>
        <p:spPr>
          <a:xfrm>
            <a:off x="-12700" y="270764"/>
            <a:ext cx="3675379" cy="6409690"/>
          </a:xfrm>
          <a:prstGeom prst="rect">
            <a:avLst/>
          </a:prstGeom>
          <a:noFill/>
          <a:ln w="0" cap="flat">
            <a:noFill/>
            <a:prstDash val="solid"/>
            <a:miter lim="0"/>
          </a:ln>
        </p:spPr>
        <p:txBody>
          <a:bodyPr vert="horz" wrap="square" lIns="0" tIns="0" rIns="0" bIns="0"/>
          <a:lstStyle/>
          <a:p>
            <a:pPr algn="l" rtl="0" eaLnBrk="0">
              <a:lnSpc>
                <a:spcPct val="139000"/>
              </a:lnSpc>
              <a:tabLst/>
            </a:pPr>
            <a:endParaRPr sz="200" dirty="0">
              <a:latin typeface="Arial"/>
              <a:ea typeface="Arial"/>
              <a:cs typeface="Arial"/>
            </a:endParaRPr>
          </a:p>
          <a:p>
            <a:pPr marL="617219" algn="l" rtl="0" eaLnBrk="0">
              <a:lnSpc>
                <a:spcPts val="4227"/>
              </a:lnSpc>
              <a:spcBef>
                <a:spcPts val="1"/>
              </a:spcBef>
              <a:tabLst>
                <a:tab pos="883919" algn="l"/>
              </a:tabLst>
            </a:pPr>
            <a:r>
              <a:rPr sz="3200" b="1" kern="0" spc="0" dirty="0">
                <a:solidFill>
                  <a:srgbClr val="FFFFFF">
                    <a:alpha val="100000"/>
                  </a:srgbClr>
                </a:solidFill>
                <a:latin typeface="Microsoft YaHei"/>
                <a:ea typeface="Microsoft YaHei"/>
                <a:cs typeface="Microsoft YaHei"/>
              </a:rPr>
              <a:t>Especificaciones</a:t>
            </a:r>
            <a:r>
              <a:rPr sz="3200" b="1" kern="0" spc="-30" dirty="0">
                <a:solidFill>
                  <a:srgbClr val="FFFFFF">
                    <a:alpha val="100000"/>
                  </a:srgbClr>
                </a:solidFill>
                <a:latin typeface="Microsoft YaHei"/>
                <a:ea typeface="Microsoft YaHei"/>
                <a:cs typeface="Microsoft YaHei"/>
              </a:rPr>
              <a:t/>
            </a:r>
            <a:r>
              <a:rPr sz="3200" b="1" kern="0" spc="-4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marL="283845" algn="l" rtl="0" eaLnBrk="0">
              <a:lnSpc>
                <a:spcPts val="2248"/>
              </a:lnSpc>
              <a:spcBef>
                <a:spcPts val="517"/>
              </a:spcBef>
              <a:tabLst/>
            </a:pPr>
            <a:r>
              <a:rPr sz="1700" b="1" kern="0" spc="20" dirty="0">
                <a:solidFill>
                  <a:srgbClr val="FFFFFF">
                    <a:alpha val="100000"/>
                  </a:srgbClr>
                </a:solidFill>
                <a:latin typeface="Microsoft YaHei"/>
                <a:ea typeface="Microsoft YaHei"/>
                <a:cs typeface="Microsoft YaHei"/>
              </a:rPr>
              <a:t>Dimensiones del producto</a:t>
            </a:r>
            <a:r>
              <a:rPr sz="1700" b="1" kern="0" spc="22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83845" algn="l" rtl="0" eaLnBrk="0">
              <a:lnSpc>
                <a:spcPts val="2248"/>
              </a:lnSpc>
              <a:spcBef>
                <a:spcPts val="991"/>
              </a:spcBef>
              <a:tabLst/>
            </a:pPr>
            <a:r>
              <a:rPr sz="1700" b="1" kern="0" spc="20" dirty="0">
                <a:solidFill>
                  <a:srgbClr val="FFFFFF">
                    <a:alpha val="100000"/>
                  </a:srgbClr>
                </a:solidFill>
                <a:latin typeface="Microsoft YaHei"/>
                <a:ea typeface="Microsoft YaHei"/>
                <a:cs typeface="Microsoft YaHei"/>
              </a:rPr>
              <a:t>Peso del producto</a:t>
            </a:r>
            <a:endParaRPr sz="1700" dirty="0">
              <a:latin typeface="Microsoft YaHei"/>
              <a:ea typeface="Microsoft YaHei"/>
              <a:cs typeface="Microsoft YaHei"/>
            </a:endParaRPr>
          </a:p>
          <a:p>
            <a:pPr marL="280670" algn="l" rtl="0" eaLnBrk="0">
              <a:lnSpc>
                <a:spcPts val="2248"/>
              </a:lnSpc>
              <a:spcBef>
                <a:spcPts val="991"/>
              </a:spcBef>
              <a:tabLst/>
            </a:pPr>
            <a:r>
              <a:rPr sz="1700" b="1" kern="0" spc="30" dirty="0">
                <a:solidFill>
                  <a:srgbClr val="FFFFFF">
                    <a:alpha val="100000"/>
                  </a:srgbClr>
                </a:solidFill>
                <a:latin typeface="Microsoft YaHei"/>
                <a:ea typeface="Microsoft YaHei"/>
                <a:cs typeface="Microsoft YaHei"/>
              </a:rPr>
              <a:t>Ámbito de aplicación</a:t>
            </a:r>
            <a:r>
              <a:rPr sz="1700" b="1" kern="0" spc="210" dirty="0">
                <a:solidFill>
                  <a:srgbClr val="FFFFFF">
                    <a:alpha val="100000"/>
                  </a:srgbClr>
                </a:solidFill>
                <a:latin typeface="Microsoft YaHei"/>
                <a:ea typeface="Microsoft YaHei"/>
                <a:cs typeface="Microsoft YaHei"/>
              </a:rPr>
              <a:t/>
            </a:r>
            <a:r>
              <a:rPr sz="1700" b="1" kern="0" spc="3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83845" algn="l" rtl="0" eaLnBrk="0">
              <a:lnSpc>
                <a:spcPts val="2990"/>
              </a:lnSpc>
              <a:tabLst/>
            </a:pPr>
            <a:r>
              <a:rPr sz="1700" b="1" kern="0" spc="10" dirty="0">
                <a:solidFill>
                  <a:srgbClr val="FFFFFF">
                    <a:alpha val="100000"/>
                  </a:srgbClr>
                </a:solidFill>
                <a:latin typeface="Microsoft YaHei"/>
                <a:ea typeface="Microsoft YaHei"/>
                <a:cs typeface="Microsoft YaHei"/>
              </a:rPr>
              <a:t>Precisión de filtración</a:t>
            </a:r>
            <a:r>
              <a:rPr sz="1700" b="1" kern="0" spc="26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83845" algn="l" rtl="0" eaLnBrk="0">
              <a:lnSpc>
                <a:spcPts val="2248"/>
              </a:lnSpc>
              <a:spcBef>
                <a:spcPts val="1241"/>
              </a:spcBef>
              <a:tabLst/>
            </a:pPr>
            <a:r>
              <a:rPr sz="1700" b="1" kern="0" spc="10" dirty="0">
                <a:solidFill>
                  <a:srgbClr val="FFFFFF">
                    <a:alpha val="100000"/>
                  </a:srgbClr>
                </a:solidFill>
                <a:latin typeface="Microsoft YaHei"/>
                <a:ea typeface="Microsoft YaHei"/>
                <a:cs typeface="Microsoft YaHei"/>
              </a:rPr>
              <a:t>Cable flotante de alimentación</a:t>
            </a:r>
            <a:r>
              <a:rPr sz="1700" b="1" kern="0" spc="20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7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83845" algn="l" rtl="0" eaLnBrk="0">
              <a:lnSpc>
                <a:spcPts val="2989"/>
              </a:lnSpc>
              <a:tabLst/>
            </a:pPr>
            <a:r>
              <a:rPr sz="1700" b="1" kern="0" spc="10" dirty="0">
                <a:solidFill>
                  <a:srgbClr val="FFFFFF">
                    <a:alpha val="100000"/>
                  </a:srgbClr>
                </a:solidFill>
                <a:latin typeface="Microsoft YaHei"/>
                <a:ea typeface="Microsoft YaHei"/>
                <a:cs typeface="Microsoft YaHei"/>
              </a:rPr>
              <a:t>Caudal de filtración</a:t>
            </a:r>
            <a:r>
              <a:rPr sz="1700" b="1" kern="0" spc="22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76225" algn="l" rtl="0" eaLnBrk="0">
              <a:lnSpc>
                <a:spcPts val="2248"/>
              </a:lnSpc>
              <a:spcBef>
                <a:spcPts val="1241"/>
              </a:spcBef>
              <a:tabLst/>
            </a:pPr>
            <a:r>
              <a:rPr sz="1700" b="1" kern="0" spc="30" dirty="0">
                <a:solidFill>
                  <a:srgbClr val="FFFFFF">
                    <a:alpha val="100000"/>
                  </a:srgbClr>
                </a:solidFill>
                <a:latin typeface="Microsoft YaHei"/>
                <a:ea typeface="Microsoft YaHei"/>
                <a:cs typeface="Microsoft YaHei"/>
              </a:rPr>
              <a:t>Tensión de salida</a:t>
            </a:r>
            <a:endParaRPr sz="1700" dirty="0">
              <a:latin typeface="Microsoft YaHei"/>
              <a:ea typeface="Microsoft YaHei"/>
              <a:cs typeface="Microsoft YaHei"/>
            </a:endParaRPr>
          </a:p>
          <a:p>
            <a:pPr marL="276225" algn="l" rtl="0" eaLnBrk="0">
              <a:lnSpc>
                <a:spcPct val="86000"/>
              </a:lnSpc>
              <a:spcBef>
                <a:spcPts val="1464"/>
              </a:spcBef>
              <a:tabLst/>
            </a:pPr>
            <a:r>
              <a:rPr sz="1700" b="1" kern="0" spc="20" dirty="0">
                <a:solidFill>
                  <a:srgbClr val="FFFFFF">
                    <a:alpha val="100000"/>
                  </a:srgbClr>
                </a:solidFill>
                <a:latin typeface="Microsoft YaHei"/>
                <a:ea typeface="Microsoft YaHei"/>
                <a:cs typeface="Microsoft YaHei"/>
              </a:rPr>
              <a:t>Corriente de salida</a:t>
            </a:r>
            <a:r>
              <a:rPr sz="1700" b="1" kern="0" spc="14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99720" algn="l" rtl="0" eaLnBrk="0">
              <a:lnSpc>
                <a:spcPts val="3012"/>
              </a:lnSpc>
              <a:tabLst/>
            </a:pPr>
            <a:r>
              <a:rPr sz="1700" b="1" kern="0" spc="10" dirty="0">
                <a:solidFill>
                  <a:srgbClr val="FFFFFF">
                    <a:alpha val="100000"/>
                  </a:srgbClr>
                </a:solidFill>
                <a:latin typeface="Microsoft YaHei"/>
                <a:ea typeface="Microsoft YaHei"/>
                <a:cs typeface="Microsoft YaHei"/>
              </a:rPr>
              <a:t>Tensión de entrada</a:t>
            </a:r>
            <a:endParaRPr sz="1700" dirty="0">
              <a:latin typeface="Microsoft YaHei"/>
              <a:ea typeface="Microsoft YaHei"/>
              <a:cs typeface="Microsoft YaHei"/>
            </a:endParaRPr>
          </a:p>
          <a:p>
            <a:pPr marL="283845" algn="l" rtl="0" eaLnBrk="0">
              <a:lnSpc>
                <a:spcPts val="3224"/>
              </a:lnSpc>
              <a:tabLst/>
            </a:pPr>
            <a:r>
              <a:rPr sz="1700" b="1" kern="0" spc="10" dirty="0">
                <a:solidFill>
                  <a:srgbClr val="FFFFFF">
                    <a:alpha val="100000"/>
                  </a:srgbClr>
                </a:solidFill>
                <a:latin typeface="Microsoft YaHei"/>
                <a:ea typeface="Microsoft YaHei"/>
                <a:cs typeface="Microsoft YaHei"/>
              </a:rPr>
              <a:t>Frecuencia</a:t>
            </a:r>
            <a:endParaRPr sz="1700" dirty="0">
              <a:latin typeface="Microsoft YaHei"/>
              <a:ea typeface="Microsoft YaHei"/>
              <a:cs typeface="Microsoft YaHei"/>
            </a:endParaRPr>
          </a:p>
          <a:p>
            <a:pPr algn="l" rtl="0" eaLnBrk="0">
              <a:lnSpc>
                <a:spcPct val="104000"/>
              </a:lnSpc>
              <a:tabLst/>
            </a:pPr>
            <a:endParaRPr sz="1000" dirty="0">
              <a:latin typeface="Arial"/>
              <a:ea typeface="Arial"/>
              <a:cs typeface="Arial"/>
            </a:endParaRPr>
          </a:p>
          <a:p>
            <a:pPr marL="283845" algn="l" rtl="0" eaLnBrk="0">
              <a:lnSpc>
                <a:spcPct val="77000"/>
              </a:lnSpc>
              <a:spcBef>
                <a:spcPts val="513"/>
              </a:spcBef>
              <a:tabLst/>
            </a:pPr>
            <a:r>
              <a:rPr sz="1700" b="1" kern="0" spc="-10" dirty="0">
                <a:solidFill>
                  <a:srgbClr val="FFFFFF">
                    <a:alpha val="100000"/>
                  </a:srgbClr>
                </a:solidFill>
                <a:latin typeface="Microsoft YaHei"/>
                <a:ea typeface="Microsoft YaHei"/>
                <a:cs typeface="Microsoft YaHei"/>
              </a:rPr>
              <a:t>Potencia</a:t>
            </a:r>
            <a:endParaRPr sz="1700" dirty="0">
              <a:latin typeface="Microsoft YaHei"/>
              <a:ea typeface="Microsoft YaHei"/>
              <a:cs typeface="Microsoft YaHei"/>
            </a:endParaRPr>
          </a:p>
          <a:p>
            <a:pPr marL="263525" algn="l" rtl="0" eaLnBrk="0">
              <a:lnSpc>
                <a:spcPct val="99000"/>
              </a:lnSpc>
              <a:spcBef>
                <a:spcPts val="310"/>
              </a:spcBef>
              <a:tabLst/>
            </a:pPr>
            <a:r>
              <a:rPr sz="1700" b="1" kern="0" spc="40" dirty="0">
                <a:solidFill>
                  <a:srgbClr val="FFFFFF">
                    <a:alpha val="100000"/>
                  </a:srgbClr>
                </a:solidFill>
                <a:latin typeface="Microsoft YaHei"/>
                <a:ea typeface="Microsoft YaHei"/>
                <a:cs typeface="Microsoft YaHei"/>
              </a:rPr>
              <a:t>Grado de protección</a:t>
            </a:r>
            <a:r>
              <a:rPr sz="1700" b="1" kern="0" spc="3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326390" algn="l" rtl="0" eaLnBrk="0">
              <a:lnSpc>
                <a:spcPts val="2137"/>
              </a:lnSpc>
              <a:tabLst/>
            </a:pPr>
            <a:r>
              <a:rPr sz="1700" b="1" kern="0" spc="-10" dirty="0">
                <a:solidFill>
                  <a:srgbClr val="FFFFFF">
                    <a:alpha val="100000"/>
                  </a:srgbClr>
                </a:solidFill>
                <a:latin typeface="Microsoft YaHei"/>
                <a:ea typeface="Microsoft YaHei"/>
                <a:cs typeface="Microsoft YaHei"/>
              </a:rPr>
              <a:t>(Caja de control de batería)</a:t>
            </a:r>
            <a:r>
              <a:rPr sz="1700" b="1" kern="0" spc="20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29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63525" algn="l" rtl="0" eaLnBrk="0">
              <a:lnSpc>
                <a:spcPts val="2889"/>
              </a:lnSpc>
              <a:tabLst/>
            </a:pPr>
            <a:r>
              <a:rPr sz="1700" b="1" kern="0" spc="40" dirty="0">
                <a:solidFill>
                  <a:srgbClr val="FFFFFF">
                    <a:alpha val="100000"/>
                  </a:srgbClr>
                </a:solidFill>
                <a:latin typeface="Microsoft YaHei"/>
                <a:ea typeface="Microsoft YaHei"/>
                <a:cs typeface="Microsoft YaHei"/>
              </a:rPr>
              <a:t>Grado de protección</a:t>
            </a:r>
            <a:r>
              <a:rPr sz="1700" b="1" kern="0" spc="3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326390" algn="l" rtl="0" eaLnBrk="0">
              <a:lnSpc>
                <a:spcPts val="2206"/>
              </a:lnSpc>
              <a:tabLst/>
            </a:pPr>
            <a:r>
              <a:rPr sz="1700" b="1" kern="0" spc="-30" dirty="0">
                <a:solidFill>
                  <a:srgbClr val="FFFFFF">
                    <a:alpha val="100000"/>
                  </a:srgbClr>
                </a:solidFill>
                <a:latin typeface="Microsoft YaHei"/>
                <a:ea typeface="Microsoft YaHei"/>
                <a:cs typeface="Microsoft YaHei"/>
              </a:rPr>
              <a:t>(Carcasa del motor)</a:t>
            </a:r>
            <a:r>
              <a:rPr sz="1700" b="1" kern="0" spc="310" dirty="0">
                <a:solidFill>
                  <a:srgbClr val="FFFFFF">
                    <a:alpha val="100000"/>
                  </a:srgbClr>
                </a:solidFill>
                <a:latin typeface="Microsoft YaHei"/>
                <a:ea typeface="Microsoft YaHei"/>
                <a:cs typeface="Microsoft YaHei"/>
              </a:rPr>
              <a:t/>
            </a:r>
            <a:r>
              <a:rPr sz="1700" b="1" kern="0" spc="-30" dirty="0">
                <a:solidFill>
                  <a:srgbClr val="FFFFFF">
                    <a:alpha val="100000"/>
                  </a:srgbClr>
                </a:solidFill>
                <a:latin typeface="Microsoft YaHei"/>
                <a:ea typeface="Microsoft YaHei"/>
                <a:cs typeface="Microsoft YaHei"/>
              </a:rPr>
              <a:t/>
            </a:r>
            <a:r>
              <a:rPr sz="1700" b="1" kern="0" spc="240" dirty="0">
                <a:solidFill>
                  <a:srgbClr val="FFFFFF">
                    <a:alpha val="100000"/>
                  </a:srgbClr>
                </a:solidFill>
                <a:latin typeface="Microsoft YaHei"/>
                <a:ea typeface="Microsoft YaHei"/>
                <a:cs typeface="Microsoft YaHei"/>
              </a:rPr>
              <a:t/>
            </a:r>
            <a:r>
              <a:rPr sz="1700" b="1" kern="0" spc="-3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p:txBody>
      </p:sp>
      <p:sp>
        <p:nvSpPr>
          <p:cNvPr id="384" name="path 384"/>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386" name="textbox 386"/>
          <p:cNvSpPr/>
          <p:nvPr/>
        </p:nvSpPr>
        <p:spPr>
          <a:xfrm>
            <a:off x="4139854" y="1073290"/>
            <a:ext cx="3633470" cy="539242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248"/>
              </a:lnSpc>
              <a:tabLst/>
            </a:pPr>
            <a:r>
              <a:rPr sz="1700" b="1" kern="0" spc="-10" dirty="0">
                <a:solidFill>
                  <a:srgbClr val="FFFFFF">
                    <a:alpha val="100000"/>
                  </a:srgbClr>
                </a:solidFill>
                <a:latin typeface="Microsoft YaHei"/>
                <a:ea typeface="Microsoft YaHei"/>
                <a:cs typeface="Microsoft YaHei"/>
              </a:rPr>
              <a:t>428 × 400 × 280 mm</a:t>
            </a:r>
            <a:r>
              <a:rPr sz="1700" b="1" kern="0" spc="23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15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6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3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1590" algn="l" rtl="0" eaLnBrk="0">
              <a:lnSpc>
                <a:spcPts val="2248"/>
              </a:lnSpc>
              <a:spcBef>
                <a:spcPts val="980"/>
              </a:spcBef>
              <a:tabLst/>
            </a:pPr>
            <a:r>
              <a:rPr sz="1700" b="1" kern="0" spc="-10" dirty="0">
                <a:solidFill>
                  <a:srgbClr val="FFFFFF">
                    <a:alpha val="100000"/>
                  </a:srgbClr>
                </a:solidFill>
                <a:latin typeface="Microsoft YaHei"/>
                <a:ea typeface="Microsoft YaHei"/>
                <a:cs typeface="Microsoft YaHei"/>
              </a:rPr>
              <a:t>Principal: 9,5 kg — Caja de batería: 4,5 kg</a:t>
            </a:r>
            <a:r>
              <a:rPr sz="1700" b="1" kern="0" spc="13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80" dirty="0">
                <a:solidFill>
                  <a:srgbClr val="FFFFFF">
                    <a:alpha val="100000"/>
                  </a:srgbClr>
                </a:solidFill>
                <a:latin typeface="Microsoft YaHei"/>
                <a:ea typeface="Microsoft YaHei"/>
                <a:cs typeface="Microsoft YaHei"/>
              </a:rPr>
              <a:t/>
            </a:r>
            <a:r>
              <a:rPr sz="1700" b="1" kern="0" spc="-1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17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19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28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4765" algn="l" rtl="0" eaLnBrk="0">
              <a:lnSpc>
                <a:spcPts val="3239"/>
              </a:lnSpc>
              <a:tabLst/>
            </a:pPr>
            <a:r>
              <a:rPr sz="1700" b="1" kern="0" spc="30" dirty="0">
                <a:solidFill>
                  <a:srgbClr val="FFFFFF">
                    <a:alpha val="100000"/>
                  </a:srgbClr>
                </a:solidFill>
                <a:latin typeface="Microsoft YaHei"/>
                <a:ea typeface="Microsoft YaHei"/>
                <a:cs typeface="Microsoft YaHei"/>
              </a:rPr>
              <a:t>Suelo, paredes y línea de flotación</a:t>
            </a:r>
            <a:r>
              <a:rPr sz="1700" b="1" kern="0" spc="280" dirty="0">
                <a:solidFill>
                  <a:srgbClr val="FFFFFF">
                    <a:alpha val="100000"/>
                  </a:srgbClr>
                </a:solidFill>
                <a:latin typeface="Microsoft YaHei"/>
                <a:ea typeface="Microsoft YaHei"/>
                <a:cs typeface="Microsoft YaHei"/>
              </a:rPr>
              <a:t/>
            </a:r>
            <a:r>
              <a:rPr sz="1700" b="1" kern="0" spc="3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32384" algn="l" rtl="0" eaLnBrk="0">
              <a:lnSpc>
                <a:spcPts val="2248"/>
              </a:lnSpc>
              <a:spcBef>
                <a:spcPts val="991"/>
              </a:spcBef>
              <a:tabLst/>
            </a:pPr>
            <a:r>
              <a:rPr sz="1700" b="1" kern="0" spc="-90" dirty="0">
                <a:solidFill>
                  <a:srgbClr val="FFFFFF">
                    <a:alpha val="100000"/>
                  </a:srgbClr>
                </a:solidFill>
                <a:latin typeface="Microsoft YaHei"/>
                <a:ea typeface="Microsoft YaHei"/>
                <a:cs typeface="Microsoft YaHei"/>
              </a:rPr>
              <a:t>5 μm</a:t>
            </a:r>
            <a:r>
              <a:rPr sz="1700" b="1" kern="0" spc="210" dirty="0">
                <a:solidFill>
                  <a:srgbClr val="FFFFFF">
                    <a:alpha val="100000"/>
                  </a:srgbClr>
                </a:solidFill>
                <a:latin typeface="Microsoft YaHei"/>
                <a:ea typeface="Microsoft YaHei"/>
                <a:cs typeface="Microsoft YaHei"/>
              </a:rPr>
              <a:t/>
            </a:r>
            <a:r>
              <a:rPr sz="1700" b="1" kern="0" spc="-9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45719" algn="l" rtl="0" eaLnBrk="0">
              <a:lnSpc>
                <a:spcPts val="2248"/>
              </a:lnSpc>
              <a:spcBef>
                <a:spcPts val="991"/>
              </a:spcBef>
              <a:tabLst/>
            </a:pPr>
            <a:r>
              <a:rPr sz="1700" b="1" kern="0" spc="-60" dirty="0">
                <a:solidFill>
                  <a:srgbClr val="FFFFFF">
                    <a:alpha val="100000"/>
                  </a:srgbClr>
                </a:solidFill>
                <a:latin typeface="Microsoft YaHei"/>
                <a:ea typeface="Microsoft YaHei"/>
                <a:cs typeface="Microsoft YaHei"/>
              </a:rPr>
              <a:t>17 m / 25 m</a:t>
            </a:r>
            <a:r>
              <a:rPr sz="1700" b="1" kern="0" spc="230" dirty="0">
                <a:solidFill>
                  <a:srgbClr val="FFFFFF">
                    <a:alpha val="100000"/>
                  </a:srgbClr>
                </a:solidFill>
                <a:latin typeface="Microsoft YaHei"/>
                <a:ea typeface="Microsoft YaHei"/>
                <a:cs typeface="Microsoft YaHei"/>
              </a:rPr>
              <a:t/>
            </a:r>
            <a:r>
              <a:rPr sz="1700" b="1" kern="0" spc="-60" dirty="0">
                <a:solidFill>
                  <a:srgbClr val="FFFFFF">
                    <a:alpha val="100000"/>
                  </a:srgbClr>
                </a:solidFill>
                <a:latin typeface="Microsoft YaHei"/>
                <a:ea typeface="Microsoft YaHei"/>
                <a:cs typeface="Microsoft YaHei"/>
              </a:rPr>
              <a:t/>
            </a:r>
            <a:r>
              <a:rPr sz="1700" b="1" kern="0" spc="70" dirty="0">
                <a:solidFill>
                  <a:srgbClr val="FFFFFF">
                    <a:alpha val="100000"/>
                  </a:srgbClr>
                </a:solidFill>
                <a:latin typeface="Microsoft YaHei"/>
                <a:ea typeface="Microsoft YaHei"/>
                <a:cs typeface="Microsoft YaHei"/>
              </a:rPr>
              <a:t/>
            </a:r>
            <a:r>
              <a:rPr sz="1700" b="1" kern="0" spc="-60" dirty="0">
                <a:solidFill>
                  <a:srgbClr val="FFFFFF">
                    <a:alpha val="100000"/>
                  </a:srgbClr>
                </a:solidFill>
                <a:latin typeface="Microsoft YaHei"/>
                <a:ea typeface="Microsoft YaHei"/>
                <a:cs typeface="Microsoft YaHei"/>
              </a:rPr>
              <a:t/>
            </a:r>
            <a:r>
              <a:rPr sz="1700" b="1" kern="0" spc="200" dirty="0">
                <a:solidFill>
                  <a:srgbClr val="FFFFFF">
                    <a:alpha val="100000"/>
                  </a:srgbClr>
                </a:solidFill>
                <a:latin typeface="Microsoft YaHei"/>
                <a:ea typeface="Microsoft YaHei"/>
                <a:cs typeface="Microsoft YaHei"/>
              </a:rPr>
              <a:t/>
            </a:r>
            <a:r>
              <a:rPr sz="1700" b="1" kern="0" spc="-60" dirty="0">
                <a:solidFill>
                  <a:srgbClr val="FFFFFF">
                    <a:alpha val="100000"/>
                  </a:srgbClr>
                </a:solidFill>
                <a:latin typeface="Microsoft YaHei"/>
                <a:ea typeface="Microsoft YaHei"/>
                <a:cs typeface="Microsoft YaHei"/>
              </a:rPr>
              <a:t/>
            </a:r>
            <a:r>
              <a:rPr sz="1700" b="1" kern="0" spc="190" dirty="0">
                <a:solidFill>
                  <a:srgbClr val="FFFFFF">
                    <a:alpha val="100000"/>
                  </a:srgbClr>
                </a:solidFill>
                <a:latin typeface="Microsoft YaHei"/>
                <a:ea typeface="Microsoft YaHei"/>
                <a:cs typeface="Microsoft YaHei"/>
              </a:rPr>
              <a:t/>
            </a:r>
            <a:r>
              <a:rPr sz="1700" b="1" kern="0" spc="-6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45084" algn="l" rtl="0" eaLnBrk="0">
              <a:lnSpc>
                <a:spcPts val="3239"/>
              </a:lnSpc>
              <a:tabLst/>
            </a:pPr>
            <a:r>
              <a:rPr sz="1700" b="1" kern="0" spc="-50" dirty="0">
                <a:solidFill>
                  <a:srgbClr val="FFFFFF">
                    <a:alpha val="100000"/>
                  </a:srgbClr>
                </a:solidFill>
                <a:latin typeface="Microsoft YaHei"/>
                <a:ea typeface="Microsoft YaHei"/>
                <a:cs typeface="Microsoft YaHei"/>
              </a:rPr>
              <a:t>&gt;25 m³/h</a:t>
            </a:r>
            <a:r>
              <a:rPr sz="1700" b="1" kern="0" spc="260" dirty="0">
                <a:solidFill>
                  <a:srgbClr val="FFFFFF">
                    <a:alpha val="100000"/>
                  </a:srgbClr>
                </a:solidFill>
                <a:latin typeface="Microsoft YaHei"/>
                <a:ea typeface="Microsoft YaHei"/>
                <a:cs typeface="Microsoft YaHei"/>
              </a:rPr>
              <a:t/>
            </a:r>
            <a:r>
              <a:rPr sz="1700" b="1" kern="0" spc="-50" dirty="0">
                <a:solidFill>
                  <a:srgbClr val="FFFFFF">
                    <a:alpha val="100000"/>
                  </a:srgbClr>
                </a:solidFill>
                <a:latin typeface="Microsoft YaHei"/>
                <a:ea typeface="Microsoft YaHei"/>
                <a:cs typeface="Microsoft YaHei"/>
              </a:rPr>
              <a:t/>
            </a:r>
            <a:r>
              <a:rPr sz="1700" b="1" kern="0" spc="220" dirty="0">
                <a:solidFill>
                  <a:srgbClr val="FFFFFF">
                    <a:alpha val="100000"/>
                  </a:srgbClr>
                </a:solidFill>
                <a:latin typeface="Microsoft YaHei"/>
                <a:ea typeface="Microsoft YaHei"/>
                <a:cs typeface="Microsoft YaHei"/>
              </a:rPr>
              <a:t/>
            </a:r>
            <a:r>
              <a:rPr sz="1700" b="1" kern="0" spc="-5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3495" algn="l" rtl="0" eaLnBrk="0">
              <a:lnSpc>
                <a:spcPts val="3239"/>
              </a:lnSpc>
              <a:tabLst/>
            </a:pPr>
            <a:r>
              <a:rPr sz="1700" b="1" kern="0" spc="-40" dirty="0">
                <a:solidFill>
                  <a:srgbClr val="FFFFFF">
                    <a:alpha val="100000"/>
                  </a:srgbClr>
                </a:solidFill>
                <a:latin typeface="Microsoft YaHei"/>
                <a:ea typeface="Microsoft YaHei"/>
                <a:cs typeface="Microsoft YaHei"/>
              </a:rPr>
              <a:t>24 V CC</a:t>
            </a:r>
            <a:r>
              <a:rPr sz="1700" b="1" kern="0" spc="260" dirty="0">
                <a:solidFill>
                  <a:srgbClr val="FFFFFF">
                    <a:alpha val="100000"/>
                  </a:srgbClr>
                </a:solidFill>
                <a:latin typeface="Microsoft YaHei"/>
                <a:ea typeface="Microsoft YaHei"/>
                <a:cs typeface="Microsoft YaHei"/>
              </a:rPr>
              <a:t/>
            </a:r>
            <a:r>
              <a:rPr sz="1700" b="1" kern="0" spc="-4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22859" algn="l" rtl="0" eaLnBrk="0">
              <a:lnSpc>
                <a:spcPts val="2248"/>
              </a:lnSpc>
              <a:spcBef>
                <a:spcPts val="991"/>
              </a:spcBef>
              <a:tabLst/>
            </a:pPr>
            <a:r>
              <a:rPr sz="1700" b="1" kern="0" spc="-20" dirty="0">
                <a:solidFill>
                  <a:srgbClr val="FFFFFF">
                    <a:alpha val="100000"/>
                  </a:srgbClr>
                </a:solidFill>
                <a:latin typeface="Microsoft YaHei"/>
                <a:ea typeface="Microsoft YaHei"/>
                <a:cs typeface="Microsoft YaHei"/>
              </a:rPr>
              <a:t>6 A – 7 A</a:t>
            </a:r>
            <a:r>
              <a:rPr sz="1700" b="1" kern="0" spc="12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9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45719" algn="l" rtl="0" eaLnBrk="0">
              <a:lnSpc>
                <a:spcPts val="2248"/>
              </a:lnSpc>
              <a:spcBef>
                <a:spcPts val="991"/>
              </a:spcBef>
              <a:tabLst/>
            </a:pPr>
            <a:r>
              <a:rPr sz="1700" b="1" kern="0" spc="-10" dirty="0">
                <a:solidFill>
                  <a:srgbClr val="FFFFFF">
                    <a:alpha val="100000"/>
                  </a:srgbClr>
                </a:solidFill>
                <a:latin typeface="Microsoft YaHei"/>
                <a:ea typeface="Microsoft YaHei"/>
                <a:cs typeface="Microsoft YaHei"/>
              </a:rPr>
              <a:t>110 V – 230 V</a:t>
            </a:r>
            <a:endParaRPr sz="1700" dirty="0">
              <a:latin typeface="Microsoft YaHei"/>
              <a:ea typeface="Microsoft YaHei"/>
              <a:cs typeface="Microsoft YaHei"/>
            </a:endParaRPr>
          </a:p>
          <a:p>
            <a:pPr marL="32384" algn="l" rtl="0" eaLnBrk="0">
              <a:lnSpc>
                <a:spcPts val="3239"/>
              </a:lnSpc>
              <a:tabLst/>
            </a:pPr>
            <a:r>
              <a:rPr sz="1700" b="1" kern="0" spc="20" dirty="0">
                <a:solidFill>
                  <a:srgbClr val="FFFFFF">
                    <a:alpha val="100000"/>
                  </a:srgbClr>
                </a:solidFill>
                <a:latin typeface="Microsoft YaHei"/>
                <a:ea typeface="Microsoft YaHei"/>
                <a:cs typeface="Microsoft YaHei"/>
              </a:rPr>
              <a:t>50 Hz / 60 Hz</a:t>
            </a:r>
            <a:r>
              <a:rPr sz="1700" b="1" kern="0" spc="0" dirty="0">
                <a:solidFill>
                  <a:srgbClr val="FFFFFF">
                    <a:alpha val="100000"/>
                  </a:srgbClr>
                </a:solidFill>
                <a:latin typeface="Microsoft YaHei"/>
                <a:ea typeface="Microsoft YaHei"/>
                <a:cs typeface="Microsoft YaHei"/>
              </a:rPr>
              <a:t/>
            </a:r>
            <a:r>
              <a:rPr sz="1700" b="1" kern="0" spc="20" dirty="0">
                <a:solidFill>
                  <a:srgbClr val="FFFFFF">
                    <a:alpha val="100000"/>
                  </a:srgbClr>
                </a:solidFill>
                <a:latin typeface="Microsoft YaHei"/>
                <a:ea typeface="Microsoft YaHei"/>
                <a:cs typeface="Microsoft YaHei"/>
              </a:rPr>
              <a:t/>
            </a:r>
            <a:r>
              <a:rPr sz="1700" b="1" kern="0" spc="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45719" algn="l" rtl="0" eaLnBrk="0">
              <a:lnSpc>
                <a:spcPts val="3240"/>
              </a:lnSpc>
              <a:tabLst/>
            </a:pPr>
            <a:r>
              <a:rPr sz="1700" b="1" kern="0" spc="-60" dirty="0">
                <a:solidFill>
                  <a:srgbClr val="FFFFFF">
                    <a:alpha val="100000"/>
                  </a:srgbClr>
                </a:solidFill>
                <a:latin typeface="Microsoft YaHei"/>
                <a:ea typeface="Microsoft YaHei"/>
                <a:cs typeface="Microsoft YaHei"/>
              </a:rPr>
              <a:t>170 W (máx.)</a:t>
            </a:r>
            <a:r>
              <a:rPr sz="1700" b="1" kern="0" spc="70" dirty="0">
                <a:solidFill>
                  <a:srgbClr val="FFFFFF">
                    <a:alpha val="100000"/>
                  </a:srgbClr>
                </a:solidFill>
                <a:latin typeface="Microsoft YaHei"/>
                <a:ea typeface="Microsoft YaHei"/>
                <a:cs typeface="Microsoft YaHei"/>
              </a:rPr>
              <a:t/>
            </a:r>
            <a:r>
              <a:rPr sz="1700" b="1" kern="0" spc="-60" dirty="0">
                <a:solidFill>
                  <a:srgbClr val="FFFFFF">
                    <a:alpha val="100000"/>
                  </a:srgbClr>
                </a:solidFill>
                <a:latin typeface="Microsoft YaHei"/>
                <a:ea typeface="Microsoft YaHei"/>
                <a:cs typeface="Microsoft YaHei"/>
              </a:rPr>
              <a:t/>
            </a:r>
            <a:endParaRPr sz="1700" dirty="0">
              <a:latin typeface="Microsoft YaHei"/>
              <a:ea typeface="Microsoft YaHei"/>
              <a:cs typeface="Microsoft YaHei"/>
            </a:endParaRPr>
          </a:p>
          <a:p>
            <a:pPr marL="40640" algn="l" rtl="0" eaLnBrk="0">
              <a:lnSpc>
                <a:spcPts val="3880"/>
              </a:lnSpc>
              <a:tabLst/>
            </a:pPr>
            <a:r>
              <a:rPr sz="1700" b="1" kern="0" spc="-50" dirty="0">
                <a:solidFill>
                  <a:srgbClr val="FFFFFF">
                    <a:alpha val="100000"/>
                  </a:srgbClr>
                </a:solidFill>
                <a:latin typeface="Microsoft YaHei"/>
                <a:ea typeface="Microsoft YaHei"/>
                <a:cs typeface="Microsoft YaHei"/>
              </a:rPr>
              <a:t>IP65</a:t>
            </a:r>
            <a:endParaRPr sz="1700" dirty="0">
              <a:latin typeface="Microsoft YaHei"/>
              <a:ea typeface="Microsoft YaHei"/>
              <a:cs typeface="Microsoft YaHei"/>
            </a:endParaRPr>
          </a:p>
          <a:p>
            <a:pPr algn="l" rtl="0" eaLnBrk="0">
              <a:lnSpc>
                <a:spcPct val="103000"/>
              </a:lnSpc>
              <a:tabLst/>
            </a:pPr>
            <a:endParaRPr sz="1200" dirty="0">
              <a:latin typeface="Arial"/>
              <a:ea typeface="Arial"/>
              <a:cs typeface="Arial"/>
            </a:endParaRPr>
          </a:p>
          <a:p>
            <a:pPr marL="46355" algn="l" rtl="0" eaLnBrk="0">
              <a:lnSpc>
                <a:spcPts val="2248"/>
              </a:lnSpc>
              <a:spcBef>
                <a:spcPts val="7"/>
              </a:spcBef>
              <a:tabLst/>
            </a:pPr>
            <a:r>
              <a:rPr sz="1700" b="1" kern="0" spc="-50" dirty="0">
                <a:solidFill>
                  <a:srgbClr val="FFFFFF">
                    <a:alpha val="100000"/>
                  </a:srgbClr>
                </a:solidFill>
                <a:latin typeface="Microsoft YaHei"/>
                <a:ea typeface="Microsoft YaHei"/>
                <a:cs typeface="Microsoft YaHei"/>
              </a:rPr>
              <a:t>IP68</a:t>
            </a:r>
            <a:endParaRPr sz="1700" dirty="0">
              <a:latin typeface="Microsoft YaHei"/>
              <a:ea typeface="Microsoft YaHei"/>
              <a:cs typeface="Microsoft YaHei"/>
            </a:endParaRPr>
          </a:p>
        </p:txBody>
      </p:sp>
      <p:pic>
        <p:nvPicPr>
          <p:cNvPr id="388" name="picture 388"/>
          <p:cNvPicPr>
            <a:picLocks noChangeAspect="1"/>
          </p:cNvPicPr>
          <p:nvPr/>
        </p:nvPicPr>
        <p:blipFill>
          <a:blip r:embed="rId2"/>
          <a:stretch>
            <a:fillRect/>
          </a:stretch>
        </p:blipFill>
        <p:spPr>
          <a:xfrm rot="21600000">
            <a:off x="7400544" y="1220724"/>
            <a:ext cx="3485388" cy="5637275"/>
          </a:xfrm>
          <a:prstGeom prst="rect">
            <a:avLst/>
          </a:prstGeom>
        </p:spPr>
      </p:pic>
      <p:sp>
        <p:nvSpPr>
          <p:cNvPr id="390" name="textbox 390"/>
          <p:cNvSpPr/>
          <p:nvPr/>
        </p:nvSpPr>
        <p:spPr>
          <a:xfrm>
            <a:off x="5031547" y="76506"/>
            <a:ext cx="6861175" cy="101409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81914" algn="l" rtl="0" eaLnBrk="0">
              <a:lnSpc>
                <a:spcPts val="2592"/>
              </a:lnSpc>
              <a:tabLst/>
            </a:pPr>
            <a:r>
              <a:rPr sz="2000" b="1" kern="0" spc="-20" dirty="0">
                <a:solidFill>
                  <a:srgbClr val="009D9E">
                    <a:alpha val="100000"/>
                  </a:srgbClr>
                </a:solidFill>
                <a:latin typeface="Microsoft YaHei"/>
                <a:ea typeface="Microsoft YaHei"/>
                <a:cs typeface="Microsoft YaHei"/>
              </a:rPr>
              <a:t>Robot Multifuncional de Limpieza de Piscinas</a:t>
            </a:r>
            <a:r>
              <a:rPr sz="2000" b="1" kern="0" spc="-30" dirty="0">
                <a:solidFill>
                  <a:srgbClr val="009D9E">
                    <a:alpha val="100000"/>
                  </a:srgbClr>
                </a:solidFill>
                <a:latin typeface="Microsoft YaHei"/>
                <a:ea typeface="Microsoft YaHei"/>
                <a:cs typeface="Microsoft YaHei"/>
              </a:rPr>
              <a:t/>
            </a:r>
            <a:r>
              <a:rPr sz="2000" b="1" kern="0" spc="30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r>
              <a:rPr sz="2000" b="1" kern="0" spc="320" dirty="0">
                <a:solidFill>
                  <a:srgbClr val="009D9E">
                    <a:alpha val="100000"/>
                  </a:srgbClr>
                </a:solidFill>
                <a:latin typeface="Microsoft YaHei"/>
                <a:ea typeface="Microsoft YaHei"/>
                <a:cs typeface="Microsoft YaHei"/>
              </a:rPr>
              <a:t/>
            </a:r>
            <a:r>
              <a:rPr sz="2000" b="1" kern="0" spc="-30" dirty="0">
                <a:solidFill>
                  <a:srgbClr val="009D9E">
                    <a:alpha val="100000"/>
                  </a:srgbClr>
                </a:solidFill>
                <a:latin typeface="Microsoft YaHei"/>
                <a:ea typeface="Microsoft YaHei"/>
                <a:cs typeface="Microsoft YaHei"/>
              </a:rPr>
              <a:t/>
            </a:r>
            <a:endParaRPr sz="2000" dirty="0">
              <a:latin typeface="Microsoft YaHei"/>
              <a:ea typeface="Microsoft YaHei"/>
              <a:cs typeface="Microsoft YaHei"/>
            </a:endParaRPr>
          </a:p>
          <a:p>
            <a:pPr marL="2816860" algn="l" rtl="0" eaLnBrk="0">
              <a:lnSpc>
                <a:spcPts val="2570"/>
              </a:lnSpc>
              <a:tabLst/>
            </a:pPr>
            <a:r>
              <a:rPr sz="2000" b="1" kern="0" spc="-20" dirty="0">
                <a:solidFill>
                  <a:srgbClr val="009D9E">
                    <a:alpha val="100000"/>
                  </a:srgbClr>
                </a:solidFill>
                <a:latin typeface="Microsoft YaHei"/>
                <a:ea typeface="Microsoft YaHei"/>
                <a:cs typeface="Microsoft YaHei"/>
              </a:rPr>
              <a:t>WC-4010</a:t>
            </a:r>
            <a:endParaRPr sz="2000" dirty="0">
              <a:latin typeface="Microsoft YaHei"/>
              <a:ea typeface="Microsoft YaHei"/>
              <a:cs typeface="Microsoft YaHei"/>
            </a:endParaRPr>
          </a:p>
          <a:p>
            <a:pPr marL="12700" algn="l" rtl="0" eaLnBrk="0">
              <a:lnSpc>
                <a:spcPts val="2622"/>
              </a:lnSpc>
              <a:tabLst/>
            </a:pPr>
            <a:r>
              <a:rPr sz="2000" b="1" kern="0" spc="-20" dirty="0">
                <a:solidFill>
                  <a:srgbClr val="FFFFFF">
                    <a:alpha val="100000"/>
                  </a:srgbClr>
                </a:solidFill>
                <a:latin typeface="Microsoft YaHei"/>
                <a:ea typeface="Microsoft YaHei"/>
                <a:cs typeface="Microsoft YaHei"/>
              </a:rPr>
              <a:t>Tres Modos: Limpieza, Bombeo de Agua y Fuente Decorativa</a:t>
            </a:r>
            <a:r>
              <a:rPr sz="2000" b="1" kern="0" spc="330" dirty="0">
                <a:solidFill>
                  <a:srgbClr val="FFFFFF">
                    <a:alpha val="100000"/>
                  </a:srgbClr>
                </a:solidFill>
                <a:latin typeface="Microsoft YaHei"/>
                <a:ea typeface="Microsoft YaHei"/>
                <a:cs typeface="Microsoft YaHei"/>
              </a:rPr>
              <a:t/>
            </a:r>
            <a:r>
              <a:rPr sz="2000" b="1" kern="0" spc="-20" dirty="0">
                <a:solidFill>
                  <a:srgbClr val="FFFFFF">
                    <a:alpha val="100000"/>
                  </a:srgbClr>
                </a:solidFill>
                <a:latin typeface="Microsoft YaHei"/>
                <a:ea typeface="Microsoft YaHei"/>
                <a:cs typeface="Microsoft YaHei"/>
              </a:rPr>
              <a:t/>
            </a:r>
            <a:r>
              <a:rPr sz="2000" b="1" kern="0" spc="-30" dirty="0">
                <a:solidFill>
                  <a:srgbClr val="FFFFFF">
                    <a:alpha val="100000"/>
                  </a:srgbClr>
                </a:solidFill>
                <a:latin typeface="Microsoft YaHei"/>
                <a:ea typeface="Microsoft YaHei"/>
                <a:cs typeface="Microsoft YaHei"/>
              </a:rPr>
              <a:t/>
            </a:r>
            <a:r>
              <a:rPr sz="2000" b="1" kern="0" spc="320" dirty="0">
                <a:solidFill>
                  <a:srgbClr val="FFFFFF">
                    <a:alpha val="100000"/>
                  </a:srgbClr>
                </a:solidFill>
                <a:latin typeface="Microsoft YaHei"/>
                <a:ea typeface="Microsoft YaHei"/>
                <a:cs typeface="Microsoft YaHei"/>
              </a:rPr>
              <a:t/>
            </a:r>
            <a:r>
              <a:rPr sz="2000" b="1" kern="0" spc="-30" dirty="0">
                <a:solidFill>
                  <a:srgbClr val="FFFFFF">
                    <a:alpha val="100000"/>
                  </a:srgbClr>
                </a:solidFill>
                <a:latin typeface="Microsoft YaHei"/>
                <a:ea typeface="Microsoft YaHei"/>
                <a:cs typeface="Microsoft YaHei"/>
              </a:rPr>
              <a:t/>
            </a:r>
            <a:r>
              <a:rPr sz="2000" b="1" kern="0" spc="320" dirty="0">
                <a:solidFill>
                  <a:srgbClr val="FFFFFF">
                    <a:alpha val="100000"/>
                  </a:srgbClr>
                </a:solidFill>
                <a:latin typeface="Microsoft YaHei"/>
                <a:ea typeface="Microsoft YaHei"/>
                <a:cs typeface="Microsoft YaHei"/>
              </a:rPr>
              <a:t/>
            </a:r>
            <a:r>
              <a:rPr sz="2000" b="1" kern="0" spc="-30" dirty="0">
                <a:solidFill>
                  <a:srgbClr val="FFFFFF">
                    <a:alpha val="100000"/>
                  </a:srgbClr>
                </a:solidFill>
                <a:latin typeface="Microsoft YaHei"/>
                <a:ea typeface="Microsoft YaHei"/>
                <a:cs typeface="Microsoft YaHei"/>
              </a:rPr>
              <a:t/>
            </a:r>
            <a:endParaRPr sz="2000" dirty="0">
              <a:latin typeface="Microsoft YaHei"/>
              <a:ea typeface="Microsoft YaHei"/>
              <a:cs typeface="Microsoft YaHei"/>
            </a:endParaRPr>
          </a:p>
        </p:txBody>
      </p:sp>
      <p:pic>
        <p:nvPicPr>
          <p:cNvPr id="392" name="picture 392"/>
          <p:cNvPicPr>
            <a:picLocks noChangeAspect="1"/>
          </p:cNvPicPr>
          <p:nvPr/>
        </p:nvPicPr>
        <p:blipFill>
          <a:blip r:embed="rId3"/>
          <a:stretch>
            <a:fillRect/>
          </a:stretch>
        </p:blipFill>
        <p:spPr>
          <a:xfrm rot="21600000">
            <a:off x="11472671" y="5611368"/>
            <a:ext cx="630935" cy="690372"/>
          </a:xfrm>
          <a:prstGeom prst="rect">
            <a:avLst/>
          </a:prstGeom>
        </p:spPr>
      </p:pic>
      <p:sp>
        <p:nvSpPr>
          <p:cNvPr id="2" name="TextBox 1">
            <a:extLst>
              <a:ext uri="{FF2B5EF4-FFF2-40B4-BE49-F238E27FC236}">
                <a16:creationId xmlns:a16="http://schemas.microsoft.com/office/drawing/2014/main" id="{B7B99BF7-4F8E-18A2-D8C4-099DCA823C54}"/>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94" name="picture 394"/>
          <p:cNvPicPr>
            <a:picLocks noChangeAspect="1"/>
          </p:cNvPicPr>
          <p:nvPr/>
        </p:nvPicPr>
        <p:blipFill>
          <a:blip r:embed="rId2"/>
          <a:stretch>
            <a:fillRect/>
          </a:stretch>
        </p:blipFill>
        <p:spPr>
          <a:xfrm rot="21600000">
            <a:off x="0" y="0"/>
            <a:ext cx="12192000" cy="6858000"/>
          </a:xfrm>
          <a:prstGeom prst="rect">
            <a:avLst/>
          </a:prstGeom>
        </p:spPr>
      </p:pic>
      <p:sp>
        <p:nvSpPr>
          <p:cNvPr id="396" name="textbox 396"/>
          <p:cNvSpPr/>
          <p:nvPr/>
        </p:nvSpPr>
        <p:spPr>
          <a:xfrm>
            <a:off x="4688128" y="3855161"/>
            <a:ext cx="3331209" cy="209422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374"/>
              </a:lnSpc>
              <a:tabLst/>
            </a:pPr>
            <a:r>
              <a:rPr sz="1700" b="1" kern="0" spc="40" dirty="0">
                <a:solidFill>
                  <a:srgbClr val="009D9E">
                    <a:alpha val="100000"/>
                  </a:srgbClr>
                </a:solidFill>
                <a:latin typeface="Microsoft YaHei"/>
                <a:ea typeface="Microsoft YaHei"/>
                <a:cs typeface="Microsoft YaHei"/>
              </a:rPr>
              <a:t>Modo Bombeo</a:t>
            </a:r>
            <a:r>
              <a:rPr sz="1700" b="1" kern="0" spc="180" dirty="0">
                <a:solidFill>
                  <a:srgbClr val="009D9E">
                    <a:alpha val="100000"/>
                  </a:srgbClr>
                </a:solidFill>
                <a:latin typeface="Microsoft YaHei"/>
                <a:ea typeface="Microsoft YaHei"/>
                <a:cs typeface="Microsoft YaHei"/>
              </a:rPr>
              <a:t/>
            </a:r>
            <a:r>
              <a:rPr sz="1700" b="1" kern="0" spc="30" dirty="0">
                <a:solidFill>
                  <a:srgbClr val="009D9E">
                    <a:alpha val="100000"/>
                  </a:srgbClr>
                </a:solidFill>
                <a:latin typeface="Microsoft YaHei"/>
                <a:ea typeface="Microsoft YaHei"/>
                <a:cs typeface="Microsoft YaHei"/>
              </a:rPr>
              <a:t/>
            </a:r>
            <a:endParaRPr sz="1700" dirty="0">
              <a:latin typeface="Microsoft YaHei"/>
              <a:ea typeface="Microsoft YaHei"/>
              <a:cs typeface="Microsoft YaHei"/>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sz="1000" dirty="0">
              <a:latin typeface="Arial"/>
              <a:ea typeface="Arial"/>
              <a:cs typeface="Arial"/>
            </a:endParaRPr>
          </a:p>
          <a:p>
            <a:pPr marL="12700" indent="12700" algn="l" rtl="0" eaLnBrk="0">
              <a:lnSpc>
                <a:spcPct val="116000"/>
              </a:lnSpc>
              <a:spcBef>
                <a:spcPts val="362"/>
              </a:spcBef>
              <a:tabLst/>
            </a:pPr>
            <a:r>
              <a:rPr lang="en-GB" sz="1200" kern="0" spc="-10" dirty="0">
                <a:solidFill>
                  <a:srgbClr val="FFFFFF">
                    <a:alpha val="100000"/>
                  </a:srgbClr>
                </a:solidFill>
                <a:latin typeface="Microsoft YaHei"/>
                <a:ea typeface="Microsoft YaHei"/>
                <a:cs typeface="Microsoft YaHei"/>
              </a:rPr>
              <a:t>Proporciona circulación de agua de alto caudal para mejorar la claridad, favorecer la eficiencia de filtración y mantener un entorno de baño más limpio y saludable.</a:t>
            </a:r>
            <a:endParaRPr lang="en-GB" sz="1200" dirty="0">
              <a:latin typeface="Microsoft YaHei"/>
              <a:ea typeface="Microsoft YaHei"/>
              <a:cs typeface="Microsoft YaHei"/>
            </a:endParaRPr>
          </a:p>
        </p:txBody>
      </p:sp>
      <p:sp>
        <p:nvSpPr>
          <p:cNvPr id="398" name="textbox 398"/>
          <p:cNvSpPr/>
          <p:nvPr/>
        </p:nvSpPr>
        <p:spPr>
          <a:xfrm>
            <a:off x="623976" y="3855161"/>
            <a:ext cx="3360420" cy="2034539"/>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9684" algn="l" rtl="0" eaLnBrk="0">
              <a:lnSpc>
                <a:spcPts val="2374"/>
              </a:lnSpc>
              <a:tabLst/>
            </a:pPr>
            <a:r>
              <a:rPr sz="1700" b="1" kern="0" spc="40" dirty="0">
                <a:solidFill>
                  <a:srgbClr val="009D9E">
                    <a:alpha val="100000"/>
                  </a:srgbClr>
                </a:solidFill>
                <a:latin typeface="Microsoft YaHei"/>
                <a:ea typeface="Microsoft YaHei"/>
                <a:cs typeface="Microsoft YaHei"/>
              </a:rPr>
              <a:t>Modo Limpieza</a:t>
            </a:r>
            <a:r>
              <a:rPr sz="1700" b="1" kern="0" spc="170" dirty="0">
                <a:solidFill>
                  <a:srgbClr val="009D9E">
                    <a:alpha val="100000"/>
                  </a:srgbClr>
                </a:solidFill>
                <a:latin typeface="Microsoft YaHei"/>
                <a:ea typeface="Microsoft YaHei"/>
                <a:cs typeface="Microsoft YaHei"/>
              </a:rPr>
              <a:t/>
            </a:r>
            <a:r>
              <a:rPr sz="1700" b="1" kern="0" spc="40" dirty="0">
                <a:solidFill>
                  <a:srgbClr val="009D9E">
                    <a:alpha val="100000"/>
                  </a:srgbClr>
                </a:solidFill>
                <a:latin typeface="Microsoft YaHei"/>
                <a:ea typeface="Microsoft YaHei"/>
                <a:cs typeface="Microsoft YaHei"/>
              </a:rPr>
              <a:t/>
            </a:r>
            <a:endParaRPr sz="1700" dirty="0">
              <a:latin typeface="Microsoft YaHei"/>
              <a:ea typeface="Microsoft YaHei"/>
              <a:cs typeface="Microsoft YaHei"/>
            </a:endParaRPr>
          </a:p>
          <a:p>
            <a:pPr algn="l" rtl="0" eaLnBrk="0">
              <a:lnSpc>
                <a:spcPct val="120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algn="l" rtl="0" eaLnBrk="0">
              <a:lnSpc>
                <a:spcPct val="121000"/>
              </a:lnSpc>
              <a:tabLst/>
            </a:pPr>
            <a:endParaRPr sz="1000" dirty="0">
              <a:latin typeface="Arial"/>
              <a:ea typeface="Arial"/>
              <a:cs typeface="Arial"/>
            </a:endParaRPr>
          </a:p>
          <a:p>
            <a:pPr marL="12700" algn="l" rtl="0" eaLnBrk="0">
              <a:lnSpc>
                <a:spcPct val="119000"/>
              </a:lnSpc>
              <a:spcBef>
                <a:spcPts val="360"/>
              </a:spcBef>
              <a:tabLst/>
            </a:pPr>
            <a:r>
              <a:rPr lang="en-GB" sz="1200" kern="0" spc="0" dirty="0">
                <a:solidFill>
                  <a:srgbClr val="FFFFFF">
                    <a:alpha val="100000"/>
                  </a:srgbClr>
                </a:solidFill>
                <a:latin typeface="Microsoft YaHei"/>
                <a:ea typeface="Microsoft YaHei"/>
                <a:cs typeface="Microsoft YaHei"/>
              </a:rPr>
              <a:t>Ofrece limpieza automatizada de cobertura total del suelo, paredes, escalones y línea de flotación de la piscina, utilizando cepillos potentes y navegación inteligente para eliminar suciedad, residuos y partículas finas.</a:t>
            </a:r>
            <a:endParaRPr sz="1200" dirty="0">
              <a:latin typeface="Microsoft YaHei"/>
              <a:ea typeface="Microsoft YaHei"/>
              <a:cs typeface="Microsoft YaHei"/>
            </a:endParaRPr>
          </a:p>
        </p:txBody>
      </p:sp>
      <p:sp>
        <p:nvSpPr>
          <p:cNvPr id="400" name="textbox 400"/>
          <p:cNvSpPr/>
          <p:nvPr/>
        </p:nvSpPr>
        <p:spPr>
          <a:xfrm>
            <a:off x="8754414" y="3855161"/>
            <a:ext cx="3120389" cy="209677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27940" algn="l" rtl="0" eaLnBrk="0">
              <a:lnSpc>
                <a:spcPts val="2374"/>
              </a:lnSpc>
              <a:tabLst/>
            </a:pPr>
            <a:r>
              <a:rPr sz="1700" b="1" kern="0" spc="30" dirty="0">
                <a:solidFill>
                  <a:srgbClr val="009D9E">
                    <a:alpha val="100000"/>
                  </a:srgbClr>
                </a:solidFill>
                <a:latin typeface="Microsoft YaHei"/>
                <a:ea typeface="Microsoft YaHei"/>
                <a:cs typeface="Microsoft YaHei"/>
              </a:rPr>
              <a:t>Modo Fuente</a:t>
            </a:r>
            <a:r>
              <a:rPr sz="1700" b="1" kern="0" spc="220" dirty="0">
                <a:solidFill>
                  <a:srgbClr val="009D9E">
                    <a:alpha val="100000"/>
                  </a:srgbClr>
                </a:solidFill>
                <a:latin typeface="Microsoft YaHei"/>
                <a:ea typeface="Microsoft YaHei"/>
                <a:cs typeface="Microsoft YaHei"/>
              </a:rPr>
              <a:t/>
            </a:r>
            <a:r>
              <a:rPr sz="1700" b="1" kern="0" spc="30" dirty="0">
                <a:solidFill>
                  <a:srgbClr val="009D9E">
                    <a:alpha val="100000"/>
                  </a:srgbClr>
                </a:solidFill>
                <a:latin typeface="Microsoft YaHei"/>
                <a:ea typeface="Microsoft YaHei"/>
                <a:cs typeface="Microsoft YaHei"/>
              </a:rPr>
              <a:t/>
            </a:r>
            <a:endParaRPr sz="1700" dirty="0">
              <a:latin typeface="Microsoft YaHei"/>
              <a:ea typeface="Microsoft YaHei"/>
              <a:cs typeface="Microsoft YaHei"/>
            </a:endParaRPr>
          </a:p>
          <a:p>
            <a:pPr algn="l" rtl="0" eaLnBrk="0">
              <a:lnSpc>
                <a:spcPct val="100000"/>
              </a:lnSpc>
              <a:tabLst/>
            </a:pPr>
            <a:endParaRPr sz="1600" dirty="0">
              <a:latin typeface="Arial"/>
              <a:ea typeface="Arial"/>
              <a:cs typeface="Arial"/>
            </a:endParaRPr>
          </a:p>
          <a:p>
            <a:pPr algn="l" rtl="0" eaLnBrk="0">
              <a:lnSpc>
                <a:spcPct val="100000"/>
              </a:lnSpc>
              <a:tabLst/>
            </a:pPr>
            <a:endParaRPr sz="1000" dirty="0">
              <a:latin typeface="Arial"/>
              <a:ea typeface="Arial"/>
              <a:cs typeface="Arial"/>
            </a:endParaRPr>
          </a:p>
          <a:p>
            <a:pPr algn="l" rtl="0" eaLnBrk="0">
              <a:lnSpc>
                <a:spcPct val="101000"/>
              </a:lnSpc>
              <a:tabLst/>
            </a:pPr>
            <a:endParaRPr lang="en-US" sz="1000" dirty="0">
              <a:latin typeface="Arial"/>
              <a:ea typeface="Arial"/>
              <a:cs typeface="Arial"/>
            </a:endParaRPr>
          </a:p>
          <a:p>
            <a:pPr marL="15875" algn="l" rtl="0" eaLnBrk="0">
              <a:lnSpc>
                <a:spcPct val="116000"/>
              </a:lnSpc>
              <a:spcBef>
                <a:spcPts val="362"/>
              </a:spcBef>
              <a:tabLst/>
            </a:pPr>
            <a:r>
              <a:rPr lang="en-GB" sz="1200" kern="0" spc="0" dirty="0">
                <a:solidFill>
                  <a:srgbClr val="FFFFFF">
                    <a:alpha val="100000"/>
                  </a:srgbClr>
                </a:solidFill>
                <a:latin typeface="Microsoft YaHei"/>
                <a:ea typeface="Microsoft YaHei"/>
                <a:cs typeface="Microsoft YaHei"/>
              </a:rPr>
              <a:t>Genera una fuente dinámica multidireccional que realza el atractivo visual al tiempo que favorece la oxigenación y circulación del agua.</a:t>
            </a:r>
            <a:endParaRPr sz="1200" dirty="0">
              <a:latin typeface="Microsoft YaHei"/>
              <a:ea typeface="Microsoft YaHei"/>
              <a:cs typeface="Microsoft YaHei"/>
            </a:endParaRPr>
          </a:p>
        </p:txBody>
      </p:sp>
      <p:pic>
        <p:nvPicPr>
          <p:cNvPr id="402" name="picture 402"/>
          <p:cNvPicPr>
            <a:picLocks noChangeAspect="1"/>
          </p:cNvPicPr>
          <p:nvPr/>
        </p:nvPicPr>
        <p:blipFill>
          <a:blip r:embed="rId3"/>
          <a:stretch>
            <a:fillRect/>
          </a:stretch>
        </p:blipFill>
        <p:spPr>
          <a:xfrm rot="21600000">
            <a:off x="4698491" y="1778508"/>
            <a:ext cx="3302508" cy="1905000"/>
          </a:xfrm>
          <a:prstGeom prst="rect">
            <a:avLst/>
          </a:prstGeom>
        </p:spPr>
      </p:pic>
      <p:pic>
        <p:nvPicPr>
          <p:cNvPr id="404" name="picture 404"/>
          <p:cNvPicPr>
            <a:picLocks noChangeAspect="1"/>
          </p:cNvPicPr>
          <p:nvPr/>
        </p:nvPicPr>
        <p:blipFill>
          <a:blip r:embed="rId4"/>
          <a:stretch>
            <a:fillRect/>
          </a:stretch>
        </p:blipFill>
        <p:spPr>
          <a:xfrm rot="21600000">
            <a:off x="635508" y="1778508"/>
            <a:ext cx="3302507" cy="1905000"/>
          </a:xfrm>
          <a:prstGeom prst="rect">
            <a:avLst/>
          </a:prstGeom>
        </p:spPr>
      </p:pic>
      <p:pic>
        <p:nvPicPr>
          <p:cNvPr id="406" name="picture 406"/>
          <p:cNvPicPr>
            <a:picLocks noChangeAspect="1"/>
          </p:cNvPicPr>
          <p:nvPr/>
        </p:nvPicPr>
        <p:blipFill>
          <a:blip r:embed="rId5"/>
          <a:stretch>
            <a:fillRect/>
          </a:stretch>
        </p:blipFill>
        <p:spPr>
          <a:xfrm rot="21600000">
            <a:off x="8763000" y="1778508"/>
            <a:ext cx="3302507" cy="1905000"/>
          </a:xfrm>
          <a:prstGeom prst="rect">
            <a:avLst/>
          </a:prstGeom>
        </p:spPr>
      </p:pic>
      <p:sp>
        <p:nvSpPr>
          <p:cNvPr id="408" name="textbox 408"/>
          <p:cNvSpPr/>
          <p:nvPr/>
        </p:nvSpPr>
        <p:spPr>
          <a:xfrm>
            <a:off x="757072" y="804697"/>
            <a:ext cx="8477250" cy="62865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4748"/>
              </a:lnSpc>
              <a:tabLst/>
            </a:pPr>
            <a:r>
              <a:rPr lang="en-US" sz="3500" b="1" kern="0" spc="0" dirty="0">
                <a:solidFill>
                  <a:srgbClr val="009D9E">
                    <a:alpha val="100000"/>
                  </a:srgbClr>
                </a:solidFill>
                <a:latin typeface="Microsoft YaHei"/>
                <a:ea typeface="Microsoft YaHei"/>
                <a:cs typeface="Microsoft YaHei"/>
              </a:rPr>
              <a:t>Rendimiento Versátil en 3 Modos</a:t>
            </a:r>
            <a:endParaRPr sz="3500" dirty="0">
              <a:latin typeface="Microsoft YaHei"/>
              <a:ea typeface="Microsoft YaHei"/>
              <a:cs typeface="Microsoft YaHei"/>
            </a:endParaRPr>
          </a:p>
        </p:txBody>
      </p:sp>
      <p:sp>
        <p:nvSpPr>
          <p:cNvPr id="2" name="TextBox 1">
            <a:extLst>
              <a:ext uri="{FF2B5EF4-FFF2-40B4-BE49-F238E27FC236}">
                <a16:creationId xmlns:a16="http://schemas.microsoft.com/office/drawing/2014/main" id="{40E84021-FC06-6984-20D5-0C00B3AF903D}"/>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10" name="picture 410"/>
          <p:cNvPicPr>
            <a:picLocks noChangeAspect="1"/>
          </p:cNvPicPr>
          <p:nvPr/>
        </p:nvPicPr>
        <p:blipFill>
          <a:blip r:embed="rId2"/>
          <a:stretch>
            <a:fillRect/>
          </a:stretch>
        </p:blipFill>
        <p:spPr>
          <a:xfrm rot="21600000">
            <a:off x="0" y="0"/>
            <a:ext cx="12192000" cy="6858000"/>
          </a:xfrm>
          <a:prstGeom prst="rect">
            <a:avLst/>
          </a:prstGeom>
        </p:spPr>
      </p:pic>
      <p:sp>
        <p:nvSpPr>
          <p:cNvPr id="412" name="textbox 412"/>
          <p:cNvSpPr/>
          <p:nvPr/>
        </p:nvSpPr>
        <p:spPr>
          <a:xfrm>
            <a:off x="-12700" y="270764"/>
            <a:ext cx="9254490" cy="571500"/>
          </a:xfrm>
          <a:prstGeom prst="rect">
            <a:avLst/>
          </a:prstGeom>
          <a:noFill/>
          <a:ln w="0" cap="flat">
            <a:noFill/>
            <a:prstDash val="solid"/>
            <a:miter lim="0"/>
          </a:ln>
        </p:spPr>
        <p:txBody>
          <a:bodyPr vert="horz" wrap="square" lIns="0" tIns="0" rIns="0" bIns="0"/>
          <a:lstStyle/>
          <a:p>
            <a:pPr algn="l" rtl="0" eaLnBrk="0">
              <a:lnSpc>
                <a:spcPct val="143000"/>
              </a:lnSpc>
              <a:tabLst/>
            </a:pPr>
            <a:endParaRPr sz="100" dirty="0">
              <a:latin typeface="Arial"/>
              <a:ea typeface="Arial"/>
              <a:cs typeface="Arial"/>
            </a:endParaRPr>
          </a:p>
          <a:p>
            <a:pPr marL="617219" algn="l" rtl="0" eaLnBrk="0">
              <a:lnSpc>
                <a:spcPts val="4227"/>
              </a:lnSpc>
              <a:spcBef>
                <a:spcPts val="1"/>
              </a:spcBef>
              <a:tabLst>
                <a:tab pos="852805" algn="l"/>
              </a:tabLst>
            </a:pPr>
            <a:r>
              <a:rPr sz="3200" b="1" kern="0" spc="0" dirty="0">
                <a:solidFill>
                  <a:srgbClr val="FFFFFF">
                    <a:alpha val="100000"/>
                  </a:srgbClr>
                </a:solidFill>
                <a:latin typeface="Microsoft YaHei"/>
                <a:ea typeface="Microsoft YaHei"/>
                <a:cs typeface="Microsoft YaHei"/>
              </a:rPr>
              <a:t>Línea de Accesorios</a:t>
            </a:r>
            <a:r>
              <a:rPr lang="en-US" sz="3200" b="1" kern="0" spc="-3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414" name="path 414"/>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416" name="textbox 416"/>
          <p:cNvSpPr/>
          <p:nvPr/>
        </p:nvSpPr>
        <p:spPr>
          <a:xfrm>
            <a:off x="897965" y="3931920"/>
            <a:ext cx="2103120" cy="249491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12700" algn="l" rtl="0" eaLnBrk="0">
              <a:lnSpc>
                <a:spcPts val="2374"/>
              </a:lnSpc>
              <a:tabLst/>
            </a:pPr>
            <a:r>
              <a:rPr lang="en-US" sz="1700" b="1" kern="0" spc="20" dirty="0">
                <a:solidFill>
                  <a:srgbClr val="009D9E">
                    <a:alpha val="100000"/>
                  </a:srgbClr>
                </a:solidFill>
                <a:latin typeface="Microsoft YaHei"/>
                <a:ea typeface="Microsoft YaHei"/>
                <a:cs typeface="Microsoft YaHei"/>
              </a:rPr>
              <a:t>Carro de Transporte</a:t>
            </a:r>
            <a:endParaRPr sz="1700" dirty="0">
              <a:latin typeface="Microsoft YaHei"/>
              <a:ea typeface="Microsoft YaHei"/>
              <a:cs typeface="Microsoft YaHei"/>
            </a:endParaRPr>
          </a:p>
          <a:p>
            <a:pPr marL="25400" algn="l" rtl="0" eaLnBrk="0">
              <a:lnSpc>
                <a:spcPts val="1549"/>
              </a:lnSpc>
              <a:spcBef>
                <a:spcPts val="1117"/>
              </a:spcBef>
              <a:tabLst/>
            </a:pPr>
            <a:r>
              <a:rPr lang="en-GB" sz="1200" kern="0" spc="-10" dirty="0">
                <a:solidFill>
                  <a:srgbClr val="FFFFFF">
                    <a:alpha val="100000"/>
                  </a:srgbClr>
                </a:solidFill>
                <a:latin typeface="Microsoft YaHei"/>
                <a:ea typeface="Microsoft YaHei"/>
                <a:cs typeface="Microsoft YaHei"/>
              </a:rPr>
              <a:t>Carro metálico plegable y ligero (3,5 kg) diseñado para un transporte cómodo y un almacenamiento compacto. Totalmente compatible con todos los modelos de robots limpiapiscinas.</a:t>
            </a:r>
            <a:endParaRPr sz="1200" dirty="0">
              <a:latin typeface="Microsoft YaHei"/>
              <a:ea typeface="Microsoft YaHei"/>
              <a:cs typeface="Microsoft YaHei"/>
            </a:endParaRPr>
          </a:p>
        </p:txBody>
      </p:sp>
      <p:sp>
        <p:nvSpPr>
          <p:cNvPr id="418" name="textbox 418"/>
          <p:cNvSpPr/>
          <p:nvPr/>
        </p:nvSpPr>
        <p:spPr>
          <a:xfrm>
            <a:off x="4831383" y="3931920"/>
            <a:ext cx="2011680" cy="2289810"/>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54610" algn="l" rtl="0" eaLnBrk="0">
              <a:lnSpc>
                <a:spcPts val="2374"/>
              </a:lnSpc>
              <a:tabLst/>
            </a:pPr>
            <a:r>
              <a:rPr lang="en-US" sz="1700" b="1" kern="0" spc="0" dirty="0">
                <a:solidFill>
                  <a:srgbClr val="009D9E">
                    <a:alpha val="100000"/>
                  </a:srgbClr>
                </a:solidFill>
                <a:latin typeface="Microsoft YaHei"/>
                <a:ea typeface="Microsoft YaHei"/>
                <a:cs typeface="Microsoft YaHei"/>
              </a:rPr>
              <a:t>Caja de Filtro de Gran Capacidad</a:t>
            </a:r>
            <a:endParaRPr sz="1000" dirty="0">
              <a:latin typeface="Arial"/>
              <a:ea typeface="Arial"/>
              <a:cs typeface="Arial"/>
            </a:endParaRPr>
          </a:p>
          <a:p>
            <a:pPr algn="l" rtl="0" eaLnBrk="0">
              <a:lnSpc>
                <a:spcPct val="103000"/>
              </a:lnSpc>
              <a:tabLst/>
            </a:pPr>
            <a:endParaRPr sz="1000" dirty="0">
              <a:latin typeface="Arial"/>
              <a:ea typeface="Arial"/>
              <a:cs typeface="Arial"/>
            </a:endParaRPr>
          </a:p>
          <a:p>
            <a:pPr marL="24129" algn="l" rtl="0" eaLnBrk="0">
              <a:lnSpc>
                <a:spcPts val="1549"/>
              </a:lnSpc>
              <a:spcBef>
                <a:spcPts val="360"/>
              </a:spcBef>
              <a:tabLst/>
            </a:pPr>
            <a:r>
              <a:rPr lang="en-GB" sz="1200" kern="0" spc="-10" dirty="0">
                <a:solidFill>
                  <a:srgbClr val="FFFFFF">
                    <a:alpha val="100000"/>
                  </a:srgbClr>
                </a:solidFill>
                <a:latin typeface="Microsoft YaHei"/>
                <a:ea typeface="Microsoft YaHei"/>
                <a:cs typeface="Microsoft YaHei"/>
              </a:rPr>
              <a:t>Caja de filtro de 1,5 L suministrada en pares, disponible en dos grados de filtración —0,1 mm y 5 μm— para cubrir una amplia variedad de necesidades de limpieza de piscinas residenciales.</a:t>
            </a:r>
            <a:r>
              <a:rPr lang="en-GB" sz="1200" kern="0" spc="-10" dirty="0" err="1">
                <a:solidFill>
                  <a:srgbClr val="FFFFFF">
                    <a:alpha val="100000"/>
                  </a:srgbClr>
                </a:solidFill>
                <a:latin typeface="Microsoft YaHei"/>
                <a:ea typeface="Microsoft YaHei"/>
                <a:cs typeface="Microsoft YaHei"/>
              </a:rPr>
              <a:t/>
            </a:r>
            <a:r>
              <a:rPr lang="en-GB" sz="1200" kern="0" spc="-10" dirty="0">
                <a:solidFill>
                  <a:srgbClr val="FFFFFF">
                    <a:alpha val="100000"/>
                  </a:srgbClr>
                </a:solidFill>
                <a:latin typeface="Microsoft YaHei"/>
                <a:ea typeface="Microsoft YaHei"/>
                <a:cs typeface="Microsoft YaHei"/>
              </a:rPr>
              <a:t/>
            </a:r>
            <a:endParaRPr sz="1200" dirty="0">
              <a:latin typeface="Microsoft YaHei"/>
              <a:ea typeface="Microsoft YaHei"/>
              <a:cs typeface="Microsoft YaHei"/>
            </a:endParaRPr>
          </a:p>
        </p:txBody>
      </p:sp>
      <p:sp>
        <p:nvSpPr>
          <p:cNvPr id="420" name="textbox 420"/>
          <p:cNvSpPr/>
          <p:nvPr/>
        </p:nvSpPr>
        <p:spPr>
          <a:xfrm>
            <a:off x="8891828" y="3931920"/>
            <a:ext cx="2011680" cy="2228214"/>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marL="52069" algn="l" rtl="0" eaLnBrk="0">
              <a:lnSpc>
                <a:spcPts val="2374"/>
              </a:lnSpc>
              <a:tabLst/>
            </a:pPr>
            <a:r>
              <a:rPr lang="en-US" sz="1700" b="1" kern="0" spc="20" dirty="0">
                <a:solidFill>
                  <a:srgbClr val="009D9E">
                    <a:alpha val="100000"/>
                  </a:srgbClr>
                </a:solidFill>
                <a:latin typeface="Microsoft YaHei"/>
                <a:ea typeface="Microsoft YaHei"/>
                <a:cs typeface="Microsoft YaHei"/>
              </a:rPr>
              <a:t>Cepillos de Rodillo de Doble Superficie</a:t>
            </a:r>
            <a:endParaRPr sz="1000" dirty="0">
              <a:latin typeface="Arial"/>
              <a:ea typeface="Arial"/>
              <a:cs typeface="Arial"/>
            </a:endParaRPr>
          </a:p>
          <a:p>
            <a:pPr marL="13970" algn="l" rtl="0" eaLnBrk="0">
              <a:lnSpc>
                <a:spcPts val="1549"/>
              </a:lnSpc>
              <a:spcBef>
                <a:spcPts val="361"/>
              </a:spcBef>
              <a:tabLst/>
            </a:pPr>
            <a:r>
              <a:rPr lang="en-GB" sz="1200" kern="0" spc="-10" dirty="0">
                <a:solidFill>
                  <a:srgbClr val="FFFFFF">
                    <a:alpha val="100000"/>
                  </a:srgbClr>
                </a:solidFill>
                <a:latin typeface="Microsoft YaHei"/>
                <a:ea typeface="Microsoft YaHei"/>
                <a:cs typeface="Microsoft YaHei"/>
              </a:rPr>
              <a:t>Opciones de cepillo de espuma y TPU diseñadas para todo tipo de superficies de piscina, ofreciendo un rendimiento de limpieza eficaz y protegiendo los revestimientos delicados.</a:t>
            </a:r>
            <a:endParaRPr sz="1200" dirty="0">
              <a:latin typeface="Microsoft YaHei"/>
              <a:ea typeface="Microsoft YaHei"/>
              <a:cs typeface="Microsoft YaHei"/>
            </a:endParaRPr>
          </a:p>
        </p:txBody>
      </p:sp>
      <p:pic>
        <p:nvPicPr>
          <p:cNvPr id="422" name="picture 422"/>
          <p:cNvPicPr>
            <a:picLocks noChangeAspect="1"/>
          </p:cNvPicPr>
          <p:nvPr/>
        </p:nvPicPr>
        <p:blipFill>
          <a:blip r:embed="rId3"/>
          <a:stretch>
            <a:fillRect/>
          </a:stretch>
        </p:blipFill>
        <p:spPr>
          <a:xfrm rot="21600000">
            <a:off x="957072" y="1790700"/>
            <a:ext cx="1981200" cy="1981200"/>
          </a:xfrm>
          <a:prstGeom prst="rect">
            <a:avLst/>
          </a:prstGeom>
        </p:spPr>
      </p:pic>
      <p:pic>
        <p:nvPicPr>
          <p:cNvPr id="424" name="picture 424"/>
          <p:cNvPicPr>
            <a:picLocks noChangeAspect="1"/>
          </p:cNvPicPr>
          <p:nvPr/>
        </p:nvPicPr>
        <p:blipFill>
          <a:blip r:embed="rId4"/>
          <a:stretch>
            <a:fillRect/>
          </a:stretch>
        </p:blipFill>
        <p:spPr>
          <a:xfrm rot="21600000">
            <a:off x="4866132" y="1792224"/>
            <a:ext cx="1979676" cy="1979676"/>
          </a:xfrm>
          <a:prstGeom prst="rect">
            <a:avLst/>
          </a:prstGeom>
        </p:spPr>
      </p:pic>
      <p:pic>
        <p:nvPicPr>
          <p:cNvPr id="426" name="picture 426"/>
          <p:cNvPicPr>
            <a:picLocks noChangeAspect="1"/>
          </p:cNvPicPr>
          <p:nvPr/>
        </p:nvPicPr>
        <p:blipFill>
          <a:blip r:embed="rId5"/>
          <a:stretch>
            <a:fillRect/>
          </a:stretch>
        </p:blipFill>
        <p:spPr>
          <a:xfrm rot="21600000">
            <a:off x="8924544" y="1792224"/>
            <a:ext cx="1979676" cy="1979676"/>
          </a:xfrm>
          <a:prstGeom prst="rect">
            <a:avLst/>
          </a:prstGeom>
        </p:spPr>
      </p:pic>
      <p:sp>
        <p:nvSpPr>
          <p:cNvPr id="2" name="TextBox 1">
            <a:extLst>
              <a:ext uri="{FF2B5EF4-FFF2-40B4-BE49-F238E27FC236}">
                <a16:creationId xmlns:a16="http://schemas.microsoft.com/office/drawing/2014/main" id="{9E211C80-5FC7-3FC9-82AD-976B635F9A5E}"/>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 name="rect 428"/>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430" name="picture 430"/>
          <p:cNvPicPr>
            <a:picLocks noChangeAspect="1"/>
          </p:cNvPicPr>
          <p:nvPr/>
        </p:nvPicPr>
        <p:blipFill>
          <a:blip r:embed="rId2"/>
          <a:stretch>
            <a:fillRect/>
          </a:stretch>
        </p:blipFill>
        <p:spPr>
          <a:xfrm rot="21600000">
            <a:off x="8031480" y="3787140"/>
            <a:ext cx="3506723" cy="2031491"/>
          </a:xfrm>
          <a:prstGeom prst="rect">
            <a:avLst/>
          </a:prstGeom>
        </p:spPr>
      </p:pic>
      <p:pic>
        <p:nvPicPr>
          <p:cNvPr id="432" name="picture 432"/>
          <p:cNvPicPr>
            <a:picLocks noChangeAspect="1"/>
          </p:cNvPicPr>
          <p:nvPr/>
        </p:nvPicPr>
        <p:blipFill>
          <a:blip r:embed="rId3"/>
          <a:stretch>
            <a:fillRect/>
          </a:stretch>
        </p:blipFill>
        <p:spPr>
          <a:xfrm rot="21600000">
            <a:off x="4343400" y="961445"/>
            <a:ext cx="3506723" cy="2019300"/>
          </a:xfrm>
          <a:prstGeom prst="rect">
            <a:avLst/>
          </a:prstGeom>
        </p:spPr>
      </p:pic>
      <p:pic>
        <p:nvPicPr>
          <p:cNvPr id="434" name="picture 434"/>
          <p:cNvPicPr>
            <a:picLocks noChangeAspect="1"/>
          </p:cNvPicPr>
          <p:nvPr/>
        </p:nvPicPr>
        <p:blipFill>
          <a:blip r:embed="rId4"/>
          <a:stretch>
            <a:fillRect/>
          </a:stretch>
        </p:blipFill>
        <p:spPr>
          <a:xfrm rot="21600000">
            <a:off x="4341875" y="3787139"/>
            <a:ext cx="3506724" cy="1972055"/>
          </a:xfrm>
          <a:prstGeom prst="rect">
            <a:avLst/>
          </a:prstGeom>
        </p:spPr>
      </p:pic>
      <p:pic>
        <p:nvPicPr>
          <p:cNvPr id="436" name="picture 436"/>
          <p:cNvPicPr>
            <a:picLocks noChangeAspect="1"/>
          </p:cNvPicPr>
          <p:nvPr/>
        </p:nvPicPr>
        <p:blipFill>
          <a:blip r:embed="rId5"/>
          <a:stretch>
            <a:fillRect/>
          </a:stretch>
        </p:blipFill>
        <p:spPr>
          <a:xfrm rot="21600000">
            <a:off x="653796" y="3787139"/>
            <a:ext cx="3506723" cy="1972055"/>
          </a:xfrm>
          <a:prstGeom prst="rect">
            <a:avLst/>
          </a:prstGeom>
        </p:spPr>
      </p:pic>
      <p:pic>
        <p:nvPicPr>
          <p:cNvPr id="438" name="picture 438"/>
          <p:cNvPicPr>
            <a:picLocks noChangeAspect="1"/>
          </p:cNvPicPr>
          <p:nvPr/>
        </p:nvPicPr>
        <p:blipFill>
          <a:blip r:embed="rId6"/>
          <a:stretch>
            <a:fillRect/>
          </a:stretch>
        </p:blipFill>
        <p:spPr>
          <a:xfrm rot="21600000">
            <a:off x="655319" y="961446"/>
            <a:ext cx="3506723" cy="1967483"/>
          </a:xfrm>
          <a:prstGeom prst="rect">
            <a:avLst/>
          </a:prstGeom>
        </p:spPr>
      </p:pic>
      <p:pic>
        <p:nvPicPr>
          <p:cNvPr id="440" name="picture 440"/>
          <p:cNvPicPr>
            <a:picLocks noChangeAspect="1"/>
          </p:cNvPicPr>
          <p:nvPr/>
        </p:nvPicPr>
        <p:blipFill>
          <a:blip r:embed="rId7"/>
          <a:stretch>
            <a:fillRect/>
          </a:stretch>
        </p:blipFill>
        <p:spPr>
          <a:xfrm rot="21600000">
            <a:off x="8031480" y="961446"/>
            <a:ext cx="3506723" cy="1967483"/>
          </a:xfrm>
          <a:prstGeom prst="rect">
            <a:avLst/>
          </a:prstGeom>
        </p:spPr>
      </p:pic>
      <p:sp>
        <p:nvSpPr>
          <p:cNvPr id="442" name="textbox 442"/>
          <p:cNvSpPr/>
          <p:nvPr/>
        </p:nvSpPr>
        <p:spPr>
          <a:xfrm>
            <a:off x="-12700" y="270764"/>
            <a:ext cx="9742805" cy="577850"/>
          </a:xfrm>
          <a:prstGeom prst="rect">
            <a:avLst/>
          </a:prstGeom>
          <a:noFill/>
          <a:ln w="0" cap="flat">
            <a:noFill/>
            <a:prstDash val="solid"/>
            <a:miter lim="0"/>
          </a:ln>
        </p:spPr>
        <p:txBody>
          <a:bodyPr vert="horz" wrap="square" lIns="0" tIns="0" rIns="0" bIns="0"/>
          <a:lstStyle/>
          <a:p>
            <a:pPr algn="l" rtl="0" eaLnBrk="0">
              <a:lnSpc>
                <a:spcPct val="182000"/>
              </a:lnSpc>
              <a:tabLst/>
            </a:pPr>
            <a:endParaRPr sz="100" dirty="0">
              <a:latin typeface="Arial"/>
              <a:ea typeface="Arial"/>
              <a:cs typeface="Arial"/>
            </a:endParaRPr>
          </a:p>
          <a:p>
            <a:pPr marL="617219" algn="l" rtl="0" eaLnBrk="0">
              <a:lnSpc>
                <a:spcPts val="4227"/>
              </a:lnSpc>
              <a:spcBef>
                <a:spcPts val="1"/>
              </a:spcBef>
              <a:tabLst>
                <a:tab pos="755650" algn="l"/>
              </a:tabLst>
            </a:pPr>
            <a:r>
              <a:rPr sz="3200" b="1" kern="0" spc="0" dirty="0">
                <a:solidFill>
                  <a:srgbClr val="FFFFFF">
                    <a:alpha val="100000"/>
                  </a:srgbClr>
                </a:solidFill>
                <a:latin typeface="Microsoft YaHei"/>
                <a:ea typeface="Microsoft YaHei"/>
                <a:cs typeface="Microsoft YaHei"/>
              </a:rPr>
              <a:t>Equipamiento de Producción de Última Generación</a:t>
            </a:r>
            <a:r>
              <a:rPr lang="en-GB" sz="3200" b="1" kern="0" spc="-3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444" name="path 444"/>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sp>
        <p:nvSpPr>
          <p:cNvPr id="446" name="textbox 446"/>
          <p:cNvSpPr/>
          <p:nvPr/>
        </p:nvSpPr>
        <p:spPr>
          <a:xfrm>
            <a:off x="623068" y="3003606"/>
            <a:ext cx="3566160" cy="27177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936"/>
              </a:lnSpc>
              <a:tabLst/>
            </a:pPr>
            <a:r>
              <a:rPr sz="1400" kern="0" spc="40" dirty="0">
                <a:solidFill>
                  <a:srgbClr val="009D9E">
                    <a:alpha val="100000"/>
                  </a:srgbClr>
                </a:solidFill>
                <a:latin typeface="Microsoft YaHei"/>
                <a:ea typeface="Microsoft YaHei"/>
                <a:cs typeface="Microsoft YaHei"/>
              </a:rPr>
              <a:t>Sistema de Procesado Automatizado</a:t>
            </a:r>
            <a:r>
              <a:rPr sz="1400" kern="0" spc="40" dirty="0">
                <a:solidFill>
                  <a:srgbClr val="009D9E"/>
                </a:solidFill>
                <a:latin typeface="Microsoft YaHei"/>
                <a:ea typeface="Microsoft YaHei"/>
                <a:cs typeface="Microsoft YaHei"/>
              </a:rPr>
              <a:t/>
            </a:r>
            <a:r>
              <a:rPr sz="1400" kern="0" spc="30" dirty="0">
                <a:solidFill>
                  <a:srgbClr val="009D9E"/>
                </a:solidFill>
                <a:latin typeface="Microsoft YaHei"/>
                <a:ea typeface="Microsoft YaHei"/>
                <a:cs typeface="Microsoft YaHei"/>
              </a:rPr>
              <a:t/>
            </a:r>
            <a:r>
              <a:rPr sz="1400" kern="0" spc="30" dirty="0">
                <a:solidFill>
                  <a:srgbClr val="009D9E">
                    <a:alpha val="100000"/>
                  </a:srgbClr>
                </a:solidFill>
                <a:latin typeface="Microsoft YaHei"/>
                <a:ea typeface="Microsoft YaHei"/>
                <a:cs typeface="Microsoft YaHei"/>
              </a:rPr>
              <a:t/>
            </a:r>
            <a:r>
              <a:rPr lang="es-419" sz="1400" kern="0" spc="30" dirty="0" err="1">
                <a:solidFill>
                  <a:srgbClr val="009D9E">
                    <a:alpha val="100000"/>
                  </a:srgbClr>
                </a:solidFill>
                <a:latin typeface="Microsoft YaHei"/>
                <a:ea typeface="Microsoft YaHei"/>
                <a:cs typeface="Microsoft YaHei"/>
              </a:rPr>
              <a:t/>
            </a:r>
            <a:endParaRPr lang="es-419" sz="1400" kern="0" spc="30" dirty="0">
              <a:solidFill>
                <a:srgbClr val="009D9E">
                  <a:alpha val="100000"/>
                </a:srgbClr>
              </a:solidFill>
              <a:latin typeface="Microsoft YaHei"/>
              <a:ea typeface="Microsoft YaHei"/>
              <a:cs typeface="Microsoft YaHei"/>
            </a:endParaRPr>
          </a:p>
          <a:p>
            <a:pPr marL="12700" algn="ctr" rtl="0" eaLnBrk="0">
              <a:lnSpc>
                <a:spcPts val="1936"/>
              </a:lnSpc>
              <a:tabLst/>
            </a:pPr>
            <a:r>
              <a:rPr lang="en-GB" sz="1300" dirty="0">
                <a:solidFill>
                  <a:schemeClr val="bg1"/>
                </a:solidFill>
                <a:latin typeface="Microsoft YaHei"/>
                <a:ea typeface="Microsoft YaHei"/>
                <a:cs typeface="Microsoft YaHei"/>
              </a:rPr>
              <a:t>Corte y conformado automatizado de alta precisión para una calidad constante de los componentes.</a:t>
            </a:r>
            <a:endParaRPr sz="1300" dirty="0">
              <a:solidFill>
                <a:schemeClr val="bg1"/>
              </a:solidFill>
              <a:latin typeface="Microsoft YaHei"/>
              <a:ea typeface="Microsoft YaHei"/>
              <a:cs typeface="Microsoft YaHei"/>
            </a:endParaRPr>
          </a:p>
        </p:txBody>
      </p:sp>
      <p:sp>
        <p:nvSpPr>
          <p:cNvPr id="448" name="textbox 448"/>
          <p:cNvSpPr/>
          <p:nvPr/>
        </p:nvSpPr>
        <p:spPr>
          <a:xfrm>
            <a:off x="4357268" y="5852413"/>
            <a:ext cx="3474720" cy="271779"/>
          </a:xfrm>
          <a:prstGeom prst="rect">
            <a:avLst/>
          </a:prstGeom>
          <a:noFill/>
          <a:ln w="0" cap="flat">
            <a:noFill/>
            <a:prstDash val="solid"/>
            <a:miter lim="0"/>
          </a:ln>
        </p:spPr>
        <p:txBody>
          <a:bodyPr vert="horz" wrap="square" lIns="0" tIns="0" rIns="0" bIns="0"/>
          <a:lstStyle/>
          <a:p>
            <a:pPr marL="12700" algn="ctr" rtl="0" eaLnBrk="0">
              <a:lnSpc>
                <a:spcPts val="1936"/>
              </a:lnSpc>
              <a:tabLst/>
            </a:pPr>
            <a:r>
              <a:rPr lang="en-GB" sz="1400" kern="0" spc="20" dirty="0">
                <a:solidFill>
                  <a:srgbClr val="009D9E">
                    <a:alpha val="100000"/>
                  </a:srgbClr>
                </a:solidFill>
                <a:latin typeface="Microsoft YaHei"/>
                <a:ea typeface="Microsoft YaHei"/>
                <a:cs typeface="Microsoft YaHei"/>
              </a:rPr>
              <a:t>Máquina de Crimpado de Terminales de Bajo Ruido</a:t>
            </a:r>
          </a:p>
          <a:p>
            <a:pPr marL="12700" algn="ctr" rtl="0" eaLnBrk="0">
              <a:lnSpc>
                <a:spcPts val="1936"/>
              </a:lnSpc>
              <a:tabLst/>
            </a:pPr>
            <a:r>
              <a:rPr lang="en-GB" sz="1300" dirty="0">
                <a:solidFill>
                  <a:schemeClr val="bg1"/>
                </a:solidFill>
                <a:latin typeface="Microsoft YaHei"/>
                <a:ea typeface="Microsoft YaHei"/>
                <a:cs typeface="Microsoft YaHei"/>
              </a:rPr>
              <a:t>Procesado de terminales silencioso y de alta precisión para componentes eléctricos.</a:t>
            </a:r>
            <a:endParaRPr sz="1300" dirty="0">
              <a:solidFill>
                <a:schemeClr val="bg1"/>
              </a:solidFill>
              <a:latin typeface="Microsoft YaHei"/>
              <a:ea typeface="Microsoft YaHei"/>
              <a:cs typeface="Microsoft YaHei"/>
            </a:endParaRPr>
          </a:p>
        </p:txBody>
      </p:sp>
      <p:sp>
        <p:nvSpPr>
          <p:cNvPr id="450" name="textbox 450"/>
          <p:cNvSpPr/>
          <p:nvPr/>
        </p:nvSpPr>
        <p:spPr>
          <a:xfrm>
            <a:off x="8014879" y="3003606"/>
            <a:ext cx="3566160" cy="27177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936"/>
              </a:lnSpc>
              <a:tabLst/>
            </a:pPr>
            <a:r>
              <a:rPr lang="en-US" sz="1400" kern="0" spc="40" dirty="0">
                <a:solidFill>
                  <a:srgbClr val="009D9E">
                    <a:alpha val="100000"/>
                  </a:srgbClr>
                </a:solidFill>
                <a:latin typeface="Microsoft YaHei"/>
                <a:ea typeface="Microsoft YaHei"/>
                <a:cs typeface="Microsoft YaHei"/>
              </a:rPr>
              <a:t>Sistema de Bobinado de Motores Automatizado</a:t>
            </a:r>
          </a:p>
          <a:p>
            <a:pPr marL="12700" algn="ctr" rtl="0" eaLnBrk="0">
              <a:lnSpc>
                <a:spcPts val="1936"/>
              </a:lnSpc>
              <a:tabLst/>
            </a:pPr>
            <a:r>
              <a:rPr lang="en-GB" sz="1300" dirty="0">
                <a:solidFill>
                  <a:schemeClr val="bg1"/>
                </a:solidFill>
                <a:latin typeface="Microsoft YaHei"/>
                <a:ea typeface="Microsoft YaHei"/>
                <a:cs typeface="Microsoft YaHei"/>
              </a:rPr>
              <a:t>Bobinado uniforme y de alta velocidad para un rendimiento fiable del motor.</a:t>
            </a:r>
            <a:endParaRPr sz="1300" dirty="0">
              <a:solidFill>
                <a:schemeClr val="bg1"/>
              </a:solidFill>
              <a:latin typeface="Microsoft YaHei"/>
              <a:ea typeface="Microsoft YaHei"/>
              <a:cs typeface="Microsoft YaHei"/>
            </a:endParaRPr>
          </a:p>
        </p:txBody>
      </p:sp>
      <p:sp>
        <p:nvSpPr>
          <p:cNvPr id="454" name="textbox 454"/>
          <p:cNvSpPr/>
          <p:nvPr/>
        </p:nvSpPr>
        <p:spPr>
          <a:xfrm>
            <a:off x="8009343" y="5853048"/>
            <a:ext cx="3840480" cy="271779"/>
          </a:xfrm>
          <a:prstGeom prst="rect">
            <a:avLst/>
          </a:prstGeom>
          <a:noFill/>
          <a:ln w="0" cap="flat">
            <a:noFill/>
            <a:prstDash val="solid"/>
            <a:miter lim="0"/>
          </a:ln>
        </p:spPr>
        <p:txBody>
          <a:bodyPr vert="horz" wrap="square" lIns="0" tIns="0" rIns="0" bIns="0"/>
          <a:lstStyle/>
          <a:p>
            <a:pPr marL="12700" algn="ctr" rtl="0" eaLnBrk="0">
              <a:lnSpc>
                <a:spcPts val="1936"/>
              </a:lnSpc>
              <a:tabLst/>
            </a:pPr>
            <a:r>
              <a:rPr lang="en-GB" sz="1400" kern="0" spc="0" dirty="0">
                <a:solidFill>
                  <a:srgbClr val="009D9E">
                    <a:alpha val="100000"/>
                  </a:srgbClr>
                </a:solidFill>
                <a:latin typeface="Microsoft YaHei"/>
                <a:ea typeface="Microsoft YaHei"/>
                <a:cs typeface="Microsoft YaHei"/>
              </a:rPr>
              <a:t>Máquina de Procesado de Hilo de Cobre de Bajo Ruido</a:t>
            </a:r>
          </a:p>
          <a:p>
            <a:pPr marL="12700" algn="ctr" rtl="0" eaLnBrk="0">
              <a:lnSpc>
                <a:spcPts val="1936"/>
              </a:lnSpc>
              <a:tabLst/>
            </a:pPr>
            <a:r>
              <a:rPr lang="en-GB" sz="1400" dirty="0">
                <a:solidFill>
                  <a:schemeClr val="bg1"/>
                </a:solidFill>
                <a:latin typeface="Microsoft YaHei"/>
                <a:ea typeface="Microsoft YaHei"/>
                <a:cs typeface="Microsoft YaHei"/>
              </a:rPr>
              <a:t>Manipulación de hilo de cobre de precisión con vibración y ruido reducidos.</a:t>
            </a:r>
            <a:endParaRPr sz="1400" dirty="0">
              <a:solidFill>
                <a:schemeClr val="bg1"/>
              </a:solidFill>
              <a:latin typeface="Microsoft YaHei"/>
              <a:ea typeface="Microsoft YaHei"/>
              <a:cs typeface="Microsoft YaHei"/>
            </a:endParaRPr>
          </a:p>
        </p:txBody>
      </p:sp>
      <p:sp>
        <p:nvSpPr>
          <p:cNvPr id="456" name="textbox 456"/>
          <p:cNvSpPr/>
          <p:nvPr/>
        </p:nvSpPr>
        <p:spPr>
          <a:xfrm>
            <a:off x="4289324" y="3003606"/>
            <a:ext cx="3566160" cy="27177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936"/>
              </a:lnSpc>
              <a:tabLst/>
            </a:pPr>
            <a:r>
              <a:rPr lang="en-US" sz="1400" kern="0" spc="30" dirty="0">
                <a:solidFill>
                  <a:srgbClr val="009D9E">
                    <a:alpha val="100000"/>
                  </a:srgbClr>
                </a:solidFill>
                <a:latin typeface="Microsoft YaHei"/>
                <a:ea typeface="Microsoft YaHei"/>
                <a:cs typeface="Microsoft YaHei"/>
              </a:rPr>
              <a:t>Centro de Mecanizado CNC de Precisión</a:t>
            </a:r>
          </a:p>
          <a:p>
            <a:pPr marL="12700" algn="ctr" rtl="0" eaLnBrk="0">
              <a:lnSpc>
                <a:spcPts val="1936"/>
              </a:lnSpc>
              <a:tabLst/>
            </a:pPr>
            <a:r>
              <a:rPr lang="en-GB" sz="1300" dirty="0">
                <a:solidFill>
                  <a:schemeClr val="bg1"/>
                </a:solidFill>
                <a:latin typeface="Microsoft YaHei"/>
                <a:ea typeface="Microsoft YaHei"/>
                <a:cs typeface="Microsoft YaHei"/>
              </a:rPr>
              <a:t>Mecanizado multieje para tolerancias estrechas y geometrías complejas.</a:t>
            </a:r>
            <a:r>
              <a:rPr lang="en-US" sz="1300" kern="0" spc="30" dirty="0">
                <a:solidFill>
                  <a:srgbClr val="009D9E">
                    <a:alpha val="100000"/>
                  </a:srgbClr>
                </a:solidFill>
                <a:latin typeface="Microsoft YaHei"/>
                <a:ea typeface="Microsoft YaHei"/>
                <a:cs typeface="Microsoft YaHei"/>
              </a:rPr>
              <a:t/>
            </a:r>
            <a:endParaRPr sz="1300" dirty="0">
              <a:solidFill>
                <a:schemeClr val="bg1"/>
              </a:solidFill>
              <a:latin typeface="Microsoft YaHei"/>
              <a:ea typeface="Microsoft YaHei"/>
              <a:cs typeface="Microsoft YaHei"/>
            </a:endParaRPr>
          </a:p>
        </p:txBody>
      </p:sp>
      <p:sp>
        <p:nvSpPr>
          <p:cNvPr id="458" name="textbox 458"/>
          <p:cNvSpPr/>
          <p:nvPr/>
        </p:nvSpPr>
        <p:spPr>
          <a:xfrm>
            <a:off x="614412" y="5835903"/>
            <a:ext cx="3566160" cy="271779"/>
          </a:xfrm>
          <a:prstGeom prst="rect">
            <a:avLst/>
          </a:prstGeom>
          <a:noFill/>
          <a:ln w="0" cap="flat">
            <a:noFill/>
            <a:prstDash val="solid"/>
            <a:miter lim="0"/>
          </a:ln>
        </p:spPr>
        <p:txBody>
          <a:bodyPr vert="horz" wrap="square" lIns="0" tIns="0" rIns="0" bIns="0"/>
          <a:lstStyle/>
          <a:p>
            <a:pPr marL="12700" algn="ctr" rtl="0" eaLnBrk="0">
              <a:lnSpc>
                <a:spcPts val="1936"/>
              </a:lnSpc>
              <a:tabLst/>
            </a:pPr>
            <a:r>
              <a:rPr lang="en-US" sz="1400" kern="0" spc="30" dirty="0">
                <a:solidFill>
                  <a:srgbClr val="009D9E">
                    <a:alpha val="100000"/>
                  </a:srgbClr>
                </a:solidFill>
                <a:latin typeface="Microsoft YaHei"/>
                <a:ea typeface="Microsoft YaHei"/>
                <a:cs typeface="Microsoft YaHei"/>
              </a:rPr>
              <a:t>Línea de Montaje de Motores</a:t>
            </a:r>
          </a:p>
          <a:p>
            <a:pPr marL="12700" algn="ctr" rtl="0" eaLnBrk="0">
              <a:lnSpc>
                <a:spcPts val="1936"/>
              </a:lnSpc>
              <a:tabLst/>
            </a:pPr>
            <a:r>
              <a:rPr lang="en-GB" sz="1300" dirty="0">
                <a:solidFill>
                  <a:schemeClr val="bg1"/>
                </a:solidFill>
                <a:latin typeface="Microsoft YaHei"/>
                <a:ea typeface="Microsoft YaHei"/>
                <a:cs typeface="Microsoft YaHei"/>
              </a:rPr>
              <a:t>Flujo de montaje optimizado que garantiza la consistencia y la eficiencia productiva.</a:t>
            </a:r>
            <a:endParaRPr sz="1300" dirty="0">
              <a:solidFill>
                <a:schemeClr val="bg1"/>
              </a:solidFill>
              <a:latin typeface="Microsoft YaHei"/>
              <a:ea typeface="Microsoft YaHei"/>
              <a:cs typeface="Microsoft YaHei"/>
            </a:endParaRPr>
          </a:p>
        </p:txBody>
      </p:sp>
      <p:sp>
        <p:nvSpPr>
          <p:cNvPr id="2" name="TextBox 1">
            <a:extLst>
              <a:ext uri="{FF2B5EF4-FFF2-40B4-BE49-F238E27FC236}">
                <a16:creationId xmlns:a16="http://schemas.microsoft.com/office/drawing/2014/main" id="{26DE37BD-7C9B-51F9-530C-7468B2B20BB9}"/>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rect 460"/>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462" name="picture 462"/>
          <p:cNvPicPr>
            <a:picLocks noChangeAspect="1"/>
          </p:cNvPicPr>
          <p:nvPr/>
        </p:nvPicPr>
        <p:blipFill>
          <a:blip r:embed="rId2"/>
          <a:stretch>
            <a:fillRect/>
          </a:stretch>
        </p:blipFill>
        <p:spPr>
          <a:xfrm rot="21600000">
            <a:off x="347471" y="1315211"/>
            <a:ext cx="4332732" cy="3052571"/>
          </a:xfrm>
          <a:prstGeom prst="rect">
            <a:avLst/>
          </a:prstGeom>
        </p:spPr>
      </p:pic>
      <p:pic>
        <p:nvPicPr>
          <p:cNvPr id="464" name="picture 464"/>
          <p:cNvPicPr>
            <a:picLocks noChangeAspect="1"/>
          </p:cNvPicPr>
          <p:nvPr/>
        </p:nvPicPr>
        <p:blipFill>
          <a:blip r:embed="rId3"/>
          <a:stretch>
            <a:fillRect/>
          </a:stretch>
        </p:blipFill>
        <p:spPr>
          <a:xfrm rot="21600000">
            <a:off x="3454908" y="3491483"/>
            <a:ext cx="4288535" cy="3061716"/>
          </a:xfrm>
          <a:prstGeom prst="rect">
            <a:avLst/>
          </a:prstGeom>
        </p:spPr>
      </p:pic>
      <p:sp>
        <p:nvSpPr>
          <p:cNvPr id="468" name="textbox 468"/>
          <p:cNvSpPr/>
          <p:nvPr/>
        </p:nvSpPr>
        <p:spPr>
          <a:xfrm>
            <a:off x="10812564" y="3987368"/>
            <a:ext cx="60325" cy="60325"/>
          </a:xfrm>
          <a:prstGeom prst="rect">
            <a:avLst/>
          </a:prstGeom>
          <a:noFill/>
          <a:ln w="0" cap="flat">
            <a:noFill/>
            <a:prstDash val="solid"/>
            <a:miter lim="0"/>
          </a:ln>
        </p:spPr>
        <p:txBody>
          <a:bodyPr vert="horz" wrap="square" lIns="0" tIns="0" rIns="0" bIns="0"/>
          <a:lstStyle/>
          <a:p>
            <a:pPr algn="l" rtl="0" eaLnBrk="0">
              <a:lnSpc>
                <a:spcPct val="83341"/>
              </a:lnSpc>
              <a:tabLst/>
            </a:pPr>
            <a:endParaRPr sz="100" dirty="0">
              <a:latin typeface="Arial"/>
              <a:ea typeface="Arial"/>
              <a:cs typeface="Arial"/>
            </a:endParaRPr>
          </a:p>
          <a:p>
            <a:pPr algn="r" rtl="0" eaLnBrk="0">
              <a:lnSpc>
                <a:spcPts val="270"/>
              </a:lnSpc>
              <a:tabLst/>
            </a:pPr>
            <a:r>
              <a:rPr sz="1500" kern="0" spc="-20" dirty="0">
                <a:solidFill>
                  <a:srgbClr val="009D9E">
                    <a:alpha val="100000"/>
                  </a:srgbClr>
                </a:solidFill>
                <a:latin typeface="Microsoft YaHei"/>
                <a:ea typeface="Microsoft YaHei"/>
                <a:cs typeface="Microsoft YaHei"/>
              </a:rPr>
              <a:t>.</a:t>
            </a:r>
            <a:endParaRPr sz="1500" dirty="0">
              <a:latin typeface="Microsoft YaHei"/>
              <a:ea typeface="Microsoft YaHei"/>
              <a:cs typeface="Microsoft YaHei"/>
            </a:endParaRPr>
          </a:p>
        </p:txBody>
      </p:sp>
      <p:sp>
        <p:nvSpPr>
          <p:cNvPr id="470" name="textbox 470"/>
          <p:cNvSpPr/>
          <p:nvPr/>
        </p:nvSpPr>
        <p:spPr>
          <a:xfrm>
            <a:off x="5276817" y="1376173"/>
            <a:ext cx="6646958" cy="2707334"/>
          </a:xfrm>
          <a:prstGeom prst="rect">
            <a:avLst/>
          </a:prstGeom>
          <a:noFill/>
          <a:ln w="0" cap="flat">
            <a:noFill/>
            <a:prstDash val="solid"/>
            <a:miter lim="0"/>
          </a:ln>
        </p:spPr>
        <p:txBody>
          <a:bodyPr vert="horz" wrap="square" lIns="0" tIns="0" rIns="0" bIns="0"/>
          <a:lstStyle/>
          <a:p>
            <a:pPr marL="431164" indent="-285750" algn="l" rtl="0" eaLnBrk="0">
              <a:spcAft>
                <a:spcPts val="600"/>
              </a:spcAft>
              <a:buFont typeface="Arial" panose="020B0604020202020204" pitchFamily="34" charset="0"/>
              <a:buChar char="•"/>
              <a:tabLst/>
            </a:pPr>
            <a:r>
              <a:rPr lang="en-GB" sz="1500" kern="0" spc="100" dirty="0">
                <a:solidFill>
                  <a:srgbClr val="FFFFFF">
                    <a:alpha val="100000"/>
                  </a:srgbClr>
                </a:solidFill>
                <a:latin typeface="Microsoft YaHei"/>
                <a:ea typeface="Microsoft YaHei"/>
                <a:cs typeface="Microsoft YaHei"/>
              </a:rPr>
              <a:t>Sistemas de almacenamiento optimizados que permiten una gestión de inventario estructurada y eficiente en todas las líneas de productos.</a:t>
            </a:r>
            <a:r>
              <a:rPr lang="en-GB" sz="1500" kern="0" spc="100" dirty="0">
                <a:solidFill>
                  <a:srgbClr val="009D9E"/>
                </a:solidFill>
                <a:latin typeface="Microsoft YaHei"/>
                <a:ea typeface="Microsoft YaHei"/>
                <a:cs typeface="Microsoft YaHei"/>
              </a:rPr>
              <a:t/>
            </a:r>
            <a:r>
              <a:rPr lang="en-GB" sz="1500" kern="0" spc="100" dirty="0">
                <a:solidFill>
                  <a:srgbClr val="FFFFFF">
                    <a:alpha val="100000"/>
                  </a:srgbClr>
                </a:solidFill>
                <a:latin typeface="Microsoft YaHei"/>
                <a:ea typeface="Microsoft YaHei"/>
                <a:cs typeface="Microsoft YaHei"/>
              </a:rPr>
              <a:t/>
            </a:r>
          </a:p>
          <a:p>
            <a:pPr marL="431164" indent="-285750" algn="l" rtl="0" eaLnBrk="0">
              <a:spcAft>
                <a:spcPts val="600"/>
              </a:spcAft>
              <a:buFont typeface="Arial" panose="020B0604020202020204" pitchFamily="34" charset="0"/>
              <a:buChar char="•"/>
              <a:tabLst/>
            </a:pPr>
            <a:r>
              <a:rPr lang="en-GB" sz="1500" kern="0" spc="100" dirty="0">
                <a:solidFill>
                  <a:srgbClr val="FFFFFF">
                    <a:alpha val="100000"/>
                  </a:srgbClr>
                </a:solidFill>
                <a:latin typeface="Microsoft YaHei"/>
                <a:ea typeface="Microsoft YaHei"/>
                <a:cs typeface="Microsoft YaHei"/>
              </a:rPr>
              <a:t>La integración en tiempo real con los sistemas de la empresa garantiza datos de inventario precisos y continuamente actualizados.</a:t>
            </a:r>
            <a:r>
              <a:rPr lang="en-GB" sz="1500" kern="0" spc="100" dirty="0">
                <a:solidFill>
                  <a:srgbClr val="009D9E"/>
                </a:solidFill>
                <a:latin typeface="Microsoft YaHei"/>
                <a:ea typeface="Microsoft YaHei"/>
                <a:cs typeface="Microsoft YaHei"/>
              </a:rPr>
              <a:t/>
            </a:r>
          </a:p>
          <a:p>
            <a:pPr marL="431164" indent="-285750" algn="l" rtl="0" eaLnBrk="0">
              <a:spcAft>
                <a:spcPts val="600"/>
              </a:spcAft>
              <a:buFont typeface="Arial" panose="020B0604020202020204" pitchFamily="34" charset="0"/>
              <a:buChar char="•"/>
              <a:tabLst/>
            </a:pPr>
            <a:r>
              <a:rPr lang="en-GB" sz="1500" kern="0" spc="100" dirty="0">
                <a:solidFill>
                  <a:srgbClr val="FFFFFF">
                    <a:alpha val="100000"/>
                  </a:srgbClr>
                </a:solidFill>
                <a:latin typeface="Microsoft YaHei"/>
                <a:ea typeface="Microsoft YaHei"/>
                <a:cs typeface="Microsoft YaHei"/>
              </a:rPr>
              <a:t>Personal cualificado y entornos de almacenamiento controlados salvaguardan la calidad del producto a lo largo de toda la cadena de suministro.</a:t>
            </a:r>
            <a:r>
              <a:rPr lang="en-GB" sz="1500" kern="0" spc="100" dirty="0">
                <a:solidFill>
                  <a:srgbClr val="009D9E"/>
                </a:solidFill>
                <a:latin typeface="Microsoft YaHei"/>
                <a:ea typeface="Microsoft YaHei"/>
                <a:cs typeface="Microsoft YaHei"/>
              </a:rPr>
              <a:t/>
            </a:r>
            <a:endParaRPr sz="1500" dirty="0">
              <a:solidFill>
                <a:srgbClr val="009D9E"/>
              </a:solidFill>
              <a:latin typeface="Microsoft YaHei"/>
              <a:ea typeface="Microsoft YaHei"/>
              <a:cs typeface="Microsoft YaHei"/>
            </a:endParaRPr>
          </a:p>
        </p:txBody>
      </p:sp>
      <p:pic>
        <p:nvPicPr>
          <p:cNvPr id="472" name="picture 472"/>
          <p:cNvPicPr>
            <a:picLocks noChangeAspect="1"/>
          </p:cNvPicPr>
          <p:nvPr/>
        </p:nvPicPr>
        <p:blipFill>
          <a:blip r:embed="rId4"/>
          <a:stretch>
            <a:fillRect/>
          </a:stretch>
        </p:blipFill>
        <p:spPr>
          <a:xfrm rot="21600000">
            <a:off x="8947404" y="4885943"/>
            <a:ext cx="856488" cy="464819"/>
          </a:xfrm>
          <a:prstGeom prst="rect">
            <a:avLst/>
          </a:prstGeom>
        </p:spPr>
      </p:pic>
      <p:pic>
        <p:nvPicPr>
          <p:cNvPr id="474" name="picture 474"/>
          <p:cNvPicPr>
            <a:picLocks noChangeAspect="1"/>
          </p:cNvPicPr>
          <p:nvPr/>
        </p:nvPicPr>
        <p:blipFill>
          <a:blip r:embed="rId5"/>
          <a:stretch>
            <a:fillRect/>
          </a:stretch>
        </p:blipFill>
        <p:spPr>
          <a:xfrm rot="21600000">
            <a:off x="8223504" y="2246376"/>
            <a:ext cx="3520440" cy="2942844"/>
          </a:xfrm>
          <a:prstGeom prst="rect">
            <a:avLst/>
          </a:prstGeom>
        </p:spPr>
      </p:pic>
      <p:sp>
        <p:nvSpPr>
          <p:cNvPr id="476" name="textbox 476"/>
          <p:cNvSpPr/>
          <p:nvPr/>
        </p:nvSpPr>
        <p:spPr>
          <a:xfrm>
            <a:off x="-12700" y="270764"/>
            <a:ext cx="10290175" cy="577850"/>
          </a:xfrm>
          <a:prstGeom prst="rect">
            <a:avLst/>
          </a:prstGeom>
          <a:noFill/>
          <a:ln w="0" cap="flat">
            <a:noFill/>
            <a:prstDash val="solid"/>
            <a:miter lim="0"/>
          </a:ln>
        </p:spPr>
        <p:txBody>
          <a:bodyPr vert="horz" wrap="square" lIns="0" tIns="0" rIns="0" bIns="0"/>
          <a:lstStyle/>
          <a:p>
            <a:pPr algn="l" rtl="0" eaLnBrk="0">
              <a:lnSpc>
                <a:spcPct val="182000"/>
              </a:lnSpc>
              <a:tabLst/>
            </a:pPr>
            <a:endParaRPr sz="100" dirty="0">
              <a:latin typeface="Arial"/>
              <a:ea typeface="Arial"/>
              <a:cs typeface="Arial"/>
            </a:endParaRPr>
          </a:p>
          <a:p>
            <a:pPr marL="617219" algn="l" rtl="0" eaLnBrk="0">
              <a:lnSpc>
                <a:spcPts val="4227"/>
              </a:lnSpc>
              <a:spcBef>
                <a:spcPts val="1"/>
              </a:spcBef>
              <a:tabLst>
                <a:tab pos="751205" algn="l"/>
              </a:tabLst>
            </a:pPr>
            <a:r>
              <a:rPr sz="3200" b="1" kern="0" spc="0" dirty="0">
                <a:solidFill>
                  <a:srgbClr val="FFFFFF">
                    <a:alpha val="100000"/>
                  </a:srgbClr>
                </a:solidFill>
                <a:latin typeface="Microsoft YaHei"/>
                <a:ea typeface="Microsoft YaHei"/>
                <a:cs typeface="Microsoft YaHei"/>
              </a:rPr>
              <a:t>Excelencia en Logística y Almacenamiento</a:t>
            </a:r>
            <a:r>
              <a:rPr lang="en-US" sz="3200" b="1" kern="0" spc="-2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478" name="path 478"/>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486" name="picture 486"/>
          <p:cNvPicPr>
            <a:picLocks noChangeAspect="1"/>
          </p:cNvPicPr>
          <p:nvPr/>
        </p:nvPicPr>
        <p:blipFill>
          <a:blip r:embed="rId6"/>
          <a:stretch>
            <a:fillRect/>
          </a:stretch>
        </p:blipFill>
        <p:spPr>
          <a:xfrm rot="21600000">
            <a:off x="10018776" y="4885943"/>
            <a:ext cx="999743" cy="464819"/>
          </a:xfrm>
          <a:prstGeom prst="rect">
            <a:avLst/>
          </a:prstGeom>
        </p:spPr>
      </p:pic>
      <p:pic>
        <p:nvPicPr>
          <p:cNvPr id="490" name="picture 490"/>
          <p:cNvPicPr>
            <a:picLocks noChangeAspect="1"/>
          </p:cNvPicPr>
          <p:nvPr/>
        </p:nvPicPr>
        <p:blipFill>
          <a:blip r:embed="rId7"/>
          <a:stretch>
            <a:fillRect/>
          </a:stretch>
        </p:blipFill>
        <p:spPr>
          <a:xfrm rot="21600000">
            <a:off x="9770364" y="1293876"/>
            <a:ext cx="28956" cy="766571"/>
          </a:xfrm>
          <a:prstGeom prst="rect">
            <a:avLst/>
          </a:prstGeom>
        </p:spPr>
      </p:pic>
      <p:pic>
        <p:nvPicPr>
          <p:cNvPr id="492" name="picture 492"/>
          <p:cNvPicPr>
            <a:picLocks noChangeAspect="1"/>
          </p:cNvPicPr>
          <p:nvPr/>
        </p:nvPicPr>
        <p:blipFill>
          <a:blip r:embed="rId8"/>
          <a:stretch>
            <a:fillRect/>
          </a:stretch>
        </p:blipFill>
        <p:spPr>
          <a:xfrm rot="21600000">
            <a:off x="10814304" y="1786127"/>
            <a:ext cx="28956" cy="754379"/>
          </a:xfrm>
          <a:prstGeom prst="rect">
            <a:avLst/>
          </a:prstGeom>
        </p:spPr>
      </p:pic>
      <p:pic>
        <p:nvPicPr>
          <p:cNvPr id="494" name="picture 494"/>
          <p:cNvPicPr>
            <a:picLocks noChangeAspect="1"/>
          </p:cNvPicPr>
          <p:nvPr/>
        </p:nvPicPr>
        <p:blipFill>
          <a:blip r:embed="rId9"/>
          <a:stretch>
            <a:fillRect/>
          </a:stretch>
        </p:blipFill>
        <p:spPr>
          <a:xfrm rot="21600000">
            <a:off x="9909047" y="5367528"/>
            <a:ext cx="149352" cy="114300"/>
          </a:xfrm>
          <a:prstGeom prst="rect">
            <a:avLst/>
          </a:prstGeom>
        </p:spPr>
      </p:pic>
      <p:pic>
        <p:nvPicPr>
          <p:cNvPr id="496" name="picture 496"/>
          <p:cNvPicPr>
            <a:picLocks noChangeAspect="1"/>
          </p:cNvPicPr>
          <p:nvPr/>
        </p:nvPicPr>
        <p:blipFill>
          <a:blip r:embed="rId10"/>
          <a:stretch>
            <a:fillRect/>
          </a:stretch>
        </p:blipFill>
        <p:spPr>
          <a:xfrm rot="21600000">
            <a:off x="10267188" y="5335523"/>
            <a:ext cx="150876" cy="112775"/>
          </a:xfrm>
          <a:prstGeom prst="rect">
            <a:avLst/>
          </a:prstGeom>
        </p:spPr>
      </p:pic>
      <p:pic>
        <p:nvPicPr>
          <p:cNvPr id="498" name="picture 498"/>
          <p:cNvPicPr>
            <a:picLocks noChangeAspect="1"/>
          </p:cNvPicPr>
          <p:nvPr/>
        </p:nvPicPr>
        <p:blipFill>
          <a:blip r:embed="rId11"/>
          <a:stretch>
            <a:fillRect/>
          </a:stretch>
        </p:blipFill>
        <p:spPr>
          <a:xfrm rot="21600000">
            <a:off x="9547859" y="5335523"/>
            <a:ext cx="150876" cy="112775"/>
          </a:xfrm>
          <a:prstGeom prst="rect">
            <a:avLst/>
          </a:prstGeom>
        </p:spPr>
      </p:pic>
      <p:pic>
        <p:nvPicPr>
          <p:cNvPr id="500" name="picture 500"/>
          <p:cNvPicPr>
            <a:picLocks noChangeAspect="1"/>
          </p:cNvPicPr>
          <p:nvPr/>
        </p:nvPicPr>
        <p:blipFill>
          <a:blip r:embed="rId12"/>
          <a:stretch>
            <a:fillRect/>
          </a:stretch>
        </p:blipFill>
        <p:spPr>
          <a:xfrm rot="21600000">
            <a:off x="11058144" y="4904232"/>
            <a:ext cx="152400" cy="106679"/>
          </a:xfrm>
          <a:prstGeom prst="rect">
            <a:avLst/>
          </a:prstGeom>
        </p:spPr>
      </p:pic>
      <p:pic>
        <p:nvPicPr>
          <p:cNvPr id="502" name="picture 502"/>
          <p:cNvPicPr>
            <a:picLocks noChangeAspect="1"/>
          </p:cNvPicPr>
          <p:nvPr/>
        </p:nvPicPr>
        <p:blipFill>
          <a:blip r:embed="rId13"/>
          <a:stretch>
            <a:fillRect/>
          </a:stretch>
        </p:blipFill>
        <p:spPr>
          <a:xfrm rot="21600000">
            <a:off x="8755380" y="4904232"/>
            <a:ext cx="152400" cy="106679"/>
          </a:xfrm>
          <a:prstGeom prst="rect">
            <a:avLst/>
          </a:prstGeom>
        </p:spPr>
      </p:pic>
      <p:pic>
        <p:nvPicPr>
          <p:cNvPr id="504" name="picture 504"/>
          <p:cNvPicPr>
            <a:picLocks noChangeAspect="1"/>
          </p:cNvPicPr>
          <p:nvPr/>
        </p:nvPicPr>
        <p:blipFill>
          <a:blip r:embed="rId14"/>
          <a:stretch>
            <a:fillRect/>
          </a:stretch>
        </p:blipFill>
        <p:spPr>
          <a:xfrm rot="21600000">
            <a:off x="9863327" y="5137404"/>
            <a:ext cx="82295" cy="146304"/>
          </a:xfrm>
          <a:prstGeom prst="rect">
            <a:avLst/>
          </a:prstGeom>
        </p:spPr>
      </p:pic>
      <p:pic>
        <p:nvPicPr>
          <p:cNvPr id="506" name="picture 506"/>
          <p:cNvPicPr>
            <a:picLocks noChangeAspect="1"/>
          </p:cNvPicPr>
          <p:nvPr/>
        </p:nvPicPr>
        <p:blipFill>
          <a:blip r:embed="rId15"/>
          <a:stretch>
            <a:fillRect/>
          </a:stretch>
        </p:blipFill>
        <p:spPr>
          <a:xfrm rot="21600000">
            <a:off x="8157971" y="3218688"/>
            <a:ext cx="13716" cy="832103"/>
          </a:xfrm>
          <a:prstGeom prst="rect">
            <a:avLst/>
          </a:prstGeom>
        </p:spPr>
      </p:pic>
      <p:pic>
        <p:nvPicPr>
          <p:cNvPr id="508" name="picture 508"/>
          <p:cNvPicPr>
            <a:picLocks noChangeAspect="1"/>
          </p:cNvPicPr>
          <p:nvPr/>
        </p:nvPicPr>
        <p:blipFill>
          <a:blip r:embed="rId16"/>
          <a:stretch>
            <a:fillRect/>
          </a:stretch>
        </p:blipFill>
        <p:spPr>
          <a:xfrm rot="21600000">
            <a:off x="9264396" y="1539240"/>
            <a:ext cx="13716" cy="766571"/>
          </a:xfrm>
          <a:prstGeom prst="rect">
            <a:avLst/>
          </a:prstGeom>
        </p:spPr>
      </p:pic>
      <p:pic>
        <p:nvPicPr>
          <p:cNvPr id="510" name="picture 510"/>
          <p:cNvPicPr>
            <a:picLocks noChangeAspect="1"/>
          </p:cNvPicPr>
          <p:nvPr/>
        </p:nvPicPr>
        <p:blipFill>
          <a:blip r:embed="rId17"/>
          <a:stretch>
            <a:fillRect/>
          </a:stretch>
        </p:blipFill>
        <p:spPr>
          <a:xfrm rot="21600000">
            <a:off x="10305288" y="1572768"/>
            <a:ext cx="13716" cy="766571"/>
          </a:xfrm>
          <a:prstGeom prst="rect">
            <a:avLst/>
          </a:prstGeom>
        </p:spPr>
      </p:pic>
      <p:pic>
        <p:nvPicPr>
          <p:cNvPr id="512" name="picture 512"/>
          <p:cNvPicPr>
            <a:picLocks noChangeAspect="1"/>
          </p:cNvPicPr>
          <p:nvPr/>
        </p:nvPicPr>
        <p:blipFill>
          <a:blip r:embed="rId18"/>
          <a:stretch>
            <a:fillRect/>
          </a:stretch>
        </p:blipFill>
        <p:spPr>
          <a:xfrm rot="21600000">
            <a:off x="10952988" y="1572767"/>
            <a:ext cx="13716" cy="678179"/>
          </a:xfrm>
          <a:prstGeom prst="rect">
            <a:avLst/>
          </a:prstGeom>
        </p:spPr>
      </p:pic>
      <p:sp>
        <p:nvSpPr>
          <p:cNvPr id="2" name="TextBox 1">
            <a:extLst>
              <a:ext uri="{FF2B5EF4-FFF2-40B4-BE49-F238E27FC236}">
                <a16:creationId xmlns:a16="http://schemas.microsoft.com/office/drawing/2014/main" id="{A9864E9F-ADE7-76B1-E566-8D531221DB34}"/>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4" name="rect 514"/>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pic>
        <p:nvPicPr>
          <p:cNvPr id="516" name="picture 516"/>
          <p:cNvPicPr>
            <a:picLocks noChangeAspect="1"/>
          </p:cNvPicPr>
          <p:nvPr/>
        </p:nvPicPr>
        <p:blipFill>
          <a:blip r:embed="rId2"/>
          <a:stretch>
            <a:fillRect/>
          </a:stretch>
        </p:blipFill>
        <p:spPr>
          <a:xfrm rot="21600000">
            <a:off x="190500" y="1242059"/>
            <a:ext cx="11590019" cy="1645920"/>
          </a:xfrm>
          <a:prstGeom prst="rect">
            <a:avLst/>
          </a:prstGeom>
        </p:spPr>
      </p:pic>
      <p:sp>
        <p:nvSpPr>
          <p:cNvPr id="518" name="textbox 518"/>
          <p:cNvSpPr/>
          <p:nvPr/>
        </p:nvSpPr>
        <p:spPr>
          <a:xfrm>
            <a:off x="-12700" y="270764"/>
            <a:ext cx="10945743" cy="579755"/>
          </a:xfrm>
          <a:prstGeom prst="rect">
            <a:avLst/>
          </a:prstGeom>
          <a:noFill/>
          <a:ln w="0" cap="flat">
            <a:noFill/>
            <a:prstDash val="solid"/>
            <a:miter lim="0"/>
          </a:ln>
        </p:spPr>
        <p:txBody>
          <a:bodyPr vert="horz" wrap="square" lIns="0" tIns="0" rIns="0" bIns="0"/>
          <a:lstStyle/>
          <a:p>
            <a:pPr algn="l" rtl="0" eaLnBrk="0">
              <a:lnSpc>
                <a:spcPct val="195000"/>
              </a:lnSpc>
              <a:tabLst/>
            </a:pPr>
            <a:endParaRPr sz="100" dirty="0">
              <a:latin typeface="Arial"/>
              <a:ea typeface="Arial"/>
              <a:cs typeface="Arial"/>
            </a:endParaRPr>
          </a:p>
          <a:p>
            <a:pPr marL="617219" algn="l" rtl="0" eaLnBrk="0">
              <a:lnSpc>
                <a:spcPts val="4227"/>
              </a:lnSpc>
              <a:tabLst>
                <a:tab pos="783590" algn="l"/>
              </a:tabLst>
            </a:pPr>
            <a:r>
              <a:rPr sz="3200" b="1" kern="0" spc="0" dirty="0">
                <a:solidFill>
                  <a:srgbClr val="FFFFFF">
                    <a:alpha val="100000"/>
                  </a:srgbClr>
                </a:solidFill>
                <a:latin typeface="Microsoft YaHei"/>
                <a:ea typeface="Microsoft YaHei"/>
                <a:cs typeface="Microsoft YaHei"/>
              </a:rPr>
              <a:t>Sistemas Avanzados de Control de Calidad y Ensayos</a:t>
            </a:r>
            <a:r>
              <a:rPr lang="en-GB" sz="3200" b="1" kern="0" spc="-4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520" name="path 520"/>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522" name="picture 522"/>
          <p:cNvPicPr>
            <a:picLocks noChangeAspect="1"/>
          </p:cNvPicPr>
          <p:nvPr/>
        </p:nvPicPr>
        <p:blipFill>
          <a:blip r:embed="rId3"/>
          <a:stretch>
            <a:fillRect/>
          </a:stretch>
        </p:blipFill>
        <p:spPr>
          <a:xfrm rot="21600000">
            <a:off x="6992111" y="4043963"/>
            <a:ext cx="2578607" cy="1594103"/>
          </a:xfrm>
          <a:prstGeom prst="rect">
            <a:avLst/>
          </a:prstGeom>
        </p:spPr>
      </p:pic>
      <p:pic>
        <p:nvPicPr>
          <p:cNvPr id="524" name="picture 524"/>
          <p:cNvPicPr>
            <a:picLocks noChangeAspect="1"/>
          </p:cNvPicPr>
          <p:nvPr/>
        </p:nvPicPr>
        <p:blipFill>
          <a:blip r:embed="rId4"/>
          <a:stretch>
            <a:fillRect/>
          </a:stretch>
        </p:blipFill>
        <p:spPr>
          <a:xfrm rot="21600000">
            <a:off x="402336" y="4043963"/>
            <a:ext cx="2366772" cy="1594103"/>
          </a:xfrm>
          <a:prstGeom prst="rect">
            <a:avLst/>
          </a:prstGeom>
        </p:spPr>
      </p:pic>
      <p:pic>
        <p:nvPicPr>
          <p:cNvPr id="526" name="picture 526"/>
          <p:cNvPicPr>
            <a:picLocks noChangeAspect="1"/>
          </p:cNvPicPr>
          <p:nvPr/>
        </p:nvPicPr>
        <p:blipFill>
          <a:blip r:embed="rId5"/>
          <a:stretch>
            <a:fillRect/>
          </a:stretch>
        </p:blipFill>
        <p:spPr>
          <a:xfrm rot="21600000">
            <a:off x="9668258" y="4011959"/>
            <a:ext cx="2121407" cy="1626107"/>
          </a:xfrm>
          <a:prstGeom prst="rect">
            <a:avLst/>
          </a:prstGeom>
        </p:spPr>
      </p:pic>
      <p:pic>
        <p:nvPicPr>
          <p:cNvPr id="528" name="picture 528"/>
          <p:cNvPicPr>
            <a:picLocks noChangeAspect="1"/>
          </p:cNvPicPr>
          <p:nvPr/>
        </p:nvPicPr>
        <p:blipFill>
          <a:blip r:embed="rId6"/>
          <a:stretch>
            <a:fillRect/>
          </a:stretch>
        </p:blipFill>
        <p:spPr>
          <a:xfrm rot="21600000">
            <a:off x="4808220" y="4043963"/>
            <a:ext cx="2095499" cy="1574291"/>
          </a:xfrm>
          <a:prstGeom prst="rect">
            <a:avLst/>
          </a:prstGeom>
        </p:spPr>
      </p:pic>
      <p:pic>
        <p:nvPicPr>
          <p:cNvPr id="530" name="picture 530"/>
          <p:cNvPicPr>
            <a:picLocks noChangeAspect="1"/>
          </p:cNvPicPr>
          <p:nvPr/>
        </p:nvPicPr>
        <p:blipFill>
          <a:blip r:embed="rId7"/>
          <a:stretch>
            <a:fillRect/>
          </a:stretch>
        </p:blipFill>
        <p:spPr>
          <a:xfrm rot="21600000">
            <a:off x="2857500" y="4043963"/>
            <a:ext cx="1862328" cy="1594103"/>
          </a:xfrm>
          <a:prstGeom prst="rect">
            <a:avLst/>
          </a:prstGeom>
        </p:spPr>
      </p:pic>
      <p:sp>
        <p:nvSpPr>
          <p:cNvPr id="532" name="textbox 532"/>
          <p:cNvSpPr/>
          <p:nvPr/>
        </p:nvSpPr>
        <p:spPr>
          <a:xfrm>
            <a:off x="2869588" y="2862072"/>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10" dirty="0">
                <a:solidFill>
                  <a:srgbClr val="009D9E">
                    <a:alpha val="100000"/>
                  </a:srgbClr>
                </a:solidFill>
                <a:latin typeface="Microsoft YaHei"/>
                <a:ea typeface="Microsoft YaHei"/>
                <a:cs typeface="Microsoft YaHei"/>
              </a:rPr>
              <a:t>Estándares de Inspección Visual</a:t>
            </a:r>
          </a:p>
          <a:p>
            <a:pPr marL="12700" algn="ctr" rtl="0" eaLnBrk="0">
              <a:lnSpc>
                <a:spcPts val="1426"/>
              </a:lnSpc>
              <a:tabLst/>
            </a:pPr>
            <a:r>
              <a:rPr lang="en-GB" sz="1100" dirty="0">
                <a:solidFill>
                  <a:schemeClr val="bg1"/>
                </a:solidFill>
                <a:latin typeface="Microsoft YaHei"/>
                <a:ea typeface="Microsoft YaHei"/>
                <a:cs typeface="Microsoft YaHei"/>
              </a:rPr>
              <a:t>Criterios de inspección estandarizados para una evaluación de calidad homogénea.</a:t>
            </a:r>
            <a:endParaRPr sz="1100" dirty="0">
              <a:solidFill>
                <a:schemeClr val="bg1"/>
              </a:solidFill>
              <a:latin typeface="Microsoft YaHei"/>
              <a:ea typeface="Microsoft YaHei"/>
              <a:cs typeface="Microsoft YaHei"/>
            </a:endParaRPr>
          </a:p>
        </p:txBody>
      </p:sp>
      <p:sp>
        <p:nvSpPr>
          <p:cNvPr id="536" name="textbox 536"/>
          <p:cNvSpPr/>
          <p:nvPr/>
        </p:nvSpPr>
        <p:spPr>
          <a:xfrm>
            <a:off x="7209854" y="5679215"/>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sz="1100" kern="0" spc="-20" dirty="0">
                <a:solidFill>
                  <a:srgbClr val="009D9E">
                    <a:alpha val="100000"/>
                  </a:srgbClr>
                </a:solidFill>
                <a:latin typeface="Microsoft YaHei"/>
                <a:ea typeface="Microsoft YaHei"/>
                <a:cs typeface="Microsoft YaHei"/>
              </a:rPr>
              <a:t>Montaje e Inspección del Rotor</a:t>
            </a:r>
            <a:r>
              <a:rPr sz="1100" kern="0" spc="220" dirty="0">
                <a:solidFill>
                  <a:srgbClr val="009D9E">
                    <a:alpha val="100000"/>
                  </a:srgbClr>
                </a:solidFill>
                <a:latin typeface="Microsoft YaHei"/>
                <a:ea typeface="Microsoft YaHei"/>
                <a:cs typeface="Microsoft YaHei"/>
              </a:rPr>
              <a:t/>
            </a:r>
            <a:r>
              <a:rPr sz="1100" kern="0" spc="-20" dirty="0">
                <a:solidFill>
                  <a:srgbClr val="009D9E">
                    <a:alpha val="100000"/>
                  </a:srgbClr>
                </a:solidFill>
                <a:latin typeface="Microsoft YaHei"/>
                <a:ea typeface="Microsoft YaHei"/>
                <a:cs typeface="Microsoft YaHei"/>
              </a:rPr>
              <a:t/>
            </a:r>
            <a:endParaRPr lang="en-US" sz="1100" kern="0" spc="-20" dirty="0">
              <a:solidFill>
                <a:srgbClr val="009D9E">
                  <a:alpha val="100000"/>
                </a:srgbClr>
              </a:solidFill>
              <a:latin typeface="Microsoft YaHei"/>
              <a:ea typeface="Microsoft YaHei"/>
              <a:cs typeface="Microsoft YaHei"/>
            </a:endParaRPr>
          </a:p>
          <a:p>
            <a:pPr marL="12700" algn="ctr" rtl="0" eaLnBrk="0">
              <a:lnSpc>
                <a:spcPts val="1426"/>
              </a:lnSpc>
              <a:tabLst/>
            </a:pPr>
            <a:r>
              <a:rPr lang="en-GB" sz="1100" dirty="0">
                <a:solidFill>
                  <a:schemeClr val="bg1"/>
                </a:solidFill>
                <a:latin typeface="Microsoft YaHei"/>
                <a:ea typeface="Microsoft YaHei"/>
                <a:cs typeface="Microsoft YaHei"/>
              </a:rPr>
              <a:t>Verifica la integridad, alineación y estabilidad operativa del rotor.</a:t>
            </a:r>
            <a:endParaRPr sz="1100" dirty="0">
              <a:solidFill>
                <a:schemeClr val="bg1"/>
              </a:solidFill>
              <a:latin typeface="Microsoft YaHei"/>
              <a:ea typeface="Microsoft YaHei"/>
              <a:cs typeface="Microsoft YaHei"/>
            </a:endParaRPr>
          </a:p>
        </p:txBody>
      </p:sp>
      <p:sp>
        <p:nvSpPr>
          <p:cNvPr id="538" name="textbox 538"/>
          <p:cNvSpPr/>
          <p:nvPr/>
        </p:nvSpPr>
        <p:spPr>
          <a:xfrm>
            <a:off x="9760336" y="2862072"/>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10" dirty="0">
                <a:solidFill>
                  <a:srgbClr val="009D9E">
                    <a:alpha val="100000"/>
                  </a:srgbClr>
                </a:solidFill>
                <a:latin typeface="Microsoft YaHei"/>
                <a:ea typeface="Microsoft YaHei"/>
                <a:cs typeface="Microsoft YaHei"/>
              </a:rPr>
              <a:t>Ensayos de Carga/Descarga</a:t>
            </a:r>
          </a:p>
          <a:p>
            <a:pPr marL="12700" algn="ctr" rtl="0" eaLnBrk="0">
              <a:lnSpc>
                <a:spcPts val="1426"/>
              </a:lnSpc>
              <a:tabLst/>
            </a:pPr>
            <a:r>
              <a:rPr lang="en-GB" sz="1100" dirty="0">
                <a:solidFill>
                  <a:schemeClr val="bg1"/>
                </a:solidFill>
                <a:latin typeface="Microsoft YaHei"/>
                <a:ea typeface="Microsoft YaHei"/>
                <a:cs typeface="Microsoft YaHei"/>
              </a:rPr>
              <a:t>Valida el rendimiento, la capacidad y la estabilidad de la batería mediante ciclos controlados de carga-descarga para garantizar un suministro energético fiable a largo plazo.</a:t>
            </a:r>
            <a:endParaRPr lang="en-US" sz="1100" dirty="0">
              <a:solidFill>
                <a:schemeClr val="bg1"/>
              </a:solidFill>
              <a:latin typeface="Microsoft YaHei"/>
              <a:ea typeface="Microsoft YaHei"/>
              <a:cs typeface="Microsoft YaHei"/>
            </a:endParaRPr>
          </a:p>
        </p:txBody>
      </p:sp>
      <p:sp>
        <p:nvSpPr>
          <p:cNvPr id="540" name="textbox 540"/>
          <p:cNvSpPr/>
          <p:nvPr/>
        </p:nvSpPr>
        <p:spPr>
          <a:xfrm>
            <a:off x="2705799" y="5679215"/>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sz="1100" kern="0" spc="-20" dirty="0">
                <a:solidFill>
                  <a:srgbClr val="009D9E">
                    <a:alpha val="100000"/>
                  </a:srgbClr>
                </a:solidFill>
                <a:latin typeface="Microsoft YaHei"/>
                <a:ea typeface="Microsoft YaHei"/>
                <a:cs typeface="Microsoft YaHei"/>
              </a:rPr>
              <a:t>Ensayos de Durabilidad bajo Carga</a:t>
            </a:r>
            <a:r>
              <a:rPr sz="1100" kern="0" spc="200" dirty="0">
                <a:solidFill>
                  <a:srgbClr val="009D9E">
                    <a:alpha val="100000"/>
                  </a:srgbClr>
                </a:solidFill>
                <a:latin typeface="Microsoft YaHei"/>
                <a:ea typeface="Microsoft YaHei"/>
                <a:cs typeface="Microsoft YaHei"/>
              </a:rPr>
              <a:t/>
            </a:r>
            <a:r>
              <a:rPr sz="1100" kern="0" spc="-20" dirty="0">
                <a:solidFill>
                  <a:srgbClr val="009D9E">
                    <a:alpha val="100000"/>
                  </a:srgbClr>
                </a:solidFill>
                <a:latin typeface="Microsoft YaHei"/>
                <a:ea typeface="Microsoft YaHei"/>
                <a:cs typeface="Microsoft YaHei"/>
              </a:rPr>
              <a:t/>
            </a:r>
            <a:r>
              <a:rPr sz="1100" kern="0" spc="-30" dirty="0">
                <a:solidFill>
                  <a:srgbClr val="009D9E">
                    <a:alpha val="100000"/>
                  </a:srgbClr>
                </a:solidFill>
                <a:latin typeface="Microsoft YaHei"/>
                <a:ea typeface="Microsoft YaHei"/>
                <a:cs typeface="Microsoft YaHei"/>
              </a:rPr>
              <a:t/>
            </a:r>
            <a:endParaRPr lang="en-US" sz="1100" kern="0" spc="-30" dirty="0">
              <a:solidFill>
                <a:srgbClr val="009D9E">
                  <a:alpha val="100000"/>
                </a:srgbClr>
              </a:solidFill>
              <a:latin typeface="Microsoft YaHei"/>
              <a:ea typeface="Microsoft YaHei"/>
              <a:cs typeface="Microsoft YaHei"/>
            </a:endParaRPr>
          </a:p>
          <a:p>
            <a:pPr marL="12700" algn="ctr" rtl="0" eaLnBrk="0">
              <a:lnSpc>
                <a:spcPts val="1426"/>
              </a:lnSpc>
              <a:tabLst/>
            </a:pPr>
            <a:r>
              <a:rPr lang="en-GB" sz="1100" dirty="0">
                <a:solidFill>
                  <a:schemeClr val="bg1"/>
                </a:solidFill>
                <a:latin typeface="Microsoft YaHei"/>
                <a:ea typeface="Microsoft YaHei"/>
                <a:cs typeface="Microsoft YaHei"/>
              </a:rPr>
              <a:t>Mide el rendimiento bajo carga mecánica y eléctrica sostenida.</a:t>
            </a:r>
            <a:endParaRPr sz="1100" dirty="0">
              <a:solidFill>
                <a:schemeClr val="bg1"/>
              </a:solidFill>
              <a:latin typeface="Microsoft YaHei"/>
              <a:ea typeface="Microsoft YaHei"/>
              <a:cs typeface="Microsoft YaHei"/>
            </a:endParaRPr>
          </a:p>
        </p:txBody>
      </p:sp>
      <p:sp>
        <p:nvSpPr>
          <p:cNvPr id="542" name="textbox 542"/>
          <p:cNvSpPr/>
          <p:nvPr/>
        </p:nvSpPr>
        <p:spPr>
          <a:xfrm>
            <a:off x="354615" y="2860177"/>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20" dirty="0">
                <a:solidFill>
                  <a:srgbClr val="009D9E">
                    <a:alpha val="100000"/>
                  </a:srgbClr>
                </a:solidFill>
                <a:latin typeface="Microsoft YaHei"/>
                <a:ea typeface="Microsoft YaHei"/>
                <a:cs typeface="Microsoft YaHei"/>
              </a:rPr>
              <a:t>Verificación del Montaje de PCB</a:t>
            </a:r>
          </a:p>
          <a:p>
            <a:pPr marL="12700" algn="ctr" rtl="0" eaLnBrk="0">
              <a:lnSpc>
                <a:spcPts val="1426"/>
              </a:lnSpc>
              <a:tabLst/>
            </a:pPr>
            <a:r>
              <a:rPr lang="en-US" sz="1100" dirty="0">
                <a:solidFill>
                  <a:schemeClr val="bg1"/>
                </a:solidFill>
                <a:latin typeface="Microsoft YaHei"/>
                <a:ea typeface="Microsoft YaHei"/>
                <a:cs typeface="Microsoft YaHei"/>
              </a:rPr>
              <a:t>Garantiza la correcta colocación de componentes y la calidad de las soldaduras.</a:t>
            </a:r>
            <a:endParaRPr sz="1100" dirty="0">
              <a:solidFill>
                <a:schemeClr val="bg1"/>
              </a:solidFill>
              <a:latin typeface="Microsoft YaHei"/>
              <a:ea typeface="Microsoft YaHei"/>
              <a:cs typeface="Microsoft YaHei"/>
            </a:endParaRPr>
          </a:p>
        </p:txBody>
      </p:sp>
      <p:sp>
        <p:nvSpPr>
          <p:cNvPr id="544" name="textbox 544"/>
          <p:cNvSpPr/>
          <p:nvPr/>
        </p:nvSpPr>
        <p:spPr>
          <a:xfrm>
            <a:off x="427035" y="5679215"/>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20" dirty="0">
                <a:solidFill>
                  <a:srgbClr val="009D9E">
                    <a:alpha val="100000"/>
                  </a:srgbClr>
                </a:solidFill>
                <a:latin typeface="Microsoft YaHei"/>
                <a:ea typeface="Microsoft YaHei"/>
                <a:cs typeface="Microsoft YaHei"/>
              </a:rPr>
              <a:t>Ensayos de Ciclo de Vida</a:t>
            </a:r>
          </a:p>
          <a:p>
            <a:pPr marL="12700" algn="ctr" rtl="0" eaLnBrk="0">
              <a:lnSpc>
                <a:spcPts val="1426"/>
              </a:lnSpc>
              <a:tabLst/>
            </a:pPr>
            <a:r>
              <a:rPr lang="en-GB" sz="1100" dirty="0">
                <a:solidFill>
                  <a:schemeClr val="bg1"/>
                </a:solidFill>
                <a:latin typeface="Microsoft YaHei"/>
                <a:ea typeface="Microsoft YaHei"/>
                <a:cs typeface="Microsoft YaHei"/>
              </a:rPr>
              <a:t>Simula el uso a largo plazo para verificar la durabilidad y fiabilidad.</a:t>
            </a:r>
            <a:endParaRPr sz="1100" dirty="0">
              <a:solidFill>
                <a:schemeClr val="bg1"/>
              </a:solidFill>
              <a:latin typeface="Microsoft YaHei"/>
              <a:ea typeface="Microsoft YaHei"/>
              <a:cs typeface="Microsoft YaHei"/>
            </a:endParaRPr>
          </a:p>
        </p:txBody>
      </p:sp>
      <p:sp>
        <p:nvSpPr>
          <p:cNvPr id="546" name="textbox 546"/>
          <p:cNvSpPr/>
          <p:nvPr/>
        </p:nvSpPr>
        <p:spPr>
          <a:xfrm>
            <a:off x="9633178" y="5679215"/>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sz="1100" kern="0" spc="-30" dirty="0">
                <a:solidFill>
                  <a:srgbClr val="009D9E">
                    <a:alpha val="100000"/>
                  </a:srgbClr>
                </a:solidFill>
                <a:latin typeface="Microsoft YaHei"/>
                <a:ea typeface="Microsoft YaHei"/>
                <a:cs typeface="Microsoft YaHei"/>
              </a:rPr>
              <a:t>Ensayo de Envejecimiento del Producto</a:t>
            </a:r>
            <a:r>
              <a:rPr sz="1100" kern="0" spc="-40" dirty="0">
                <a:solidFill>
                  <a:srgbClr val="009D9E">
                    <a:alpha val="100000"/>
                  </a:srgbClr>
                </a:solidFill>
                <a:latin typeface="Microsoft YaHei"/>
                <a:ea typeface="Microsoft YaHei"/>
                <a:cs typeface="Microsoft YaHei"/>
              </a:rPr>
              <a:t/>
            </a:r>
            <a:endParaRPr lang="en-US" sz="1100" kern="0" spc="-40" dirty="0">
              <a:solidFill>
                <a:srgbClr val="009D9E">
                  <a:alpha val="100000"/>
                </a:srgbClr>
              </a:solidFill>
              <a:latin typeface="Microsoft YaHei"/>
              <a:ea typeface="Microsoft YaHei"/>
              <a:cs typeface="Microsoft YaHei"/>
            </a:endParaRPr>
          </a:p>
          <a:p>
            <a:pPr marL="12700" algn="ctr" rtl="0" eaLnBrk="0">
              <a:lnSpc>
                <a:spcPts val="1426"/>
              </a:lnSpc>
              <a:tabLst/>
            </a:pPr>
            <a:r>
              <a:rPr lang="en-GB" sz="1100" dirty="0">
                <a:solidFill>
                  <a:schemeClr val="bg1"/>
                </a:solidFill>
                <a:latin typeface="Microsoft YaHei"/>
                <a:ea typeface="Microsoft YaHei"/>
                <a:cs typeface="Microsoft YaHei"/>
              </a:rPr>
              <a:t>Pruebas de funcionamiento prolongado para asegurar la estabilidad del rendimiento a largo plazo.</a:t>
            </a:r>
            <a:endParaRPr sz="1100" dirty="0">
              <a:solidFill>
                <a:schemeClr val="bg1"/>
              </a:solidFill>
              <a:latin typeface="Microsoft YaHei"/>
              <a:ea typeface="Microsoft YaHei"/>
              <a:cs typeface="Microsoft YaHei"/>
            </a:endParaRPr>
          </a:p>
        </p:txBody>
      </p:sp>
      <p:sp>
        <p:nvSpPr>
          <p:cNvPr id="548" name="textbox 548"/>
          <p:cNvSpPr/>
          <p:nvPr/>
        </p:nvSpPr>
        <p:spPr>
          <a:xfrm>
            <a:off x="4771958" y="5679215"/>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sz="1100" kern="0" spc="-10" dirty="0">
                <a:solidFill>
                  <a:srgbClr val="009D9E">
                    <a:alpha val="100000"/>
                  </a:srgbClr>
                </a:solidFill>
                <a:latin typeface="Microsoft YaHei"/>
                <a:ea typeface="Microsoft YaHei"/>
                <a:cs typeface="Microsoft YaHei"/>
              </a:rPr>
              <a:t>Control de Montaje</a:t>
            </a:r>
            <a:endParaRPr lang="en-US" sz="1100" kern="0" spc="-10" dirty="0">
              <a:solidFill>
                <a:srgbClr val="009D9E">
                  <a:alpha val="100000"/>
                </a:srgbClr>
              </a:solidFill>
              <a:latin typeface="Microsoft YaHei"/>
              <a:ea typeface="Microsoft YaHei"/>
              <a:cs typeface="Microsoft YaHei"/>
            </a:endParaRPr>
          </a:p>
          <a:p>
            <a:pPr marL="12700" algn="ctr" rtl="0" eaLnBrk="0">
              <a:lnSpc>
                <a:spcPts val="1426"/>
              </a:lnSpc>
              <a:tabLst/>
            </a:pPr>
            <a:r>
              <a:rPr lang="en-GB" sz="1100" dirty="0">
                <a:solidFill>
                  <a:schemeClr val="bg1"/>
                </a:solidFill>
                <a:latin typeface="Microsoft YaHei"/>
                <a:ea typeface="Microsoft YaHei"/>
                <a:cs typeface="Microsoft YaHei"/>
              </a:rPr>
              <a:t>Confirma el montaje y la alineación correctos de los componentes clave.</a:t>
            </a:r>
            <a:endParaRPr sz="1100" dirty="0">
              <a:solidFill>
                <a:schemeClr val="bg1"/>
              </a:solidFill>
              <a:latin typeface="Microsoft YaHei"/>
              <a:ea typeface="Microsoft YaHei"/>
              <a:cs typeface="Microsoft YaHei"/>
            </a:endParaRPr>
          </a:p>
        </p:txBody>
      </p:sp>
      <p:sp>
        <p:nvSpPr>
          <p:cNvPr id="2" name="textbox 532">
            <a:extLst>
              <a:ext uri="{FF2B5EF4-FFF2-40B4-BE49-F238E27FC236}">
                <a16:creationId xmlns:a16="http://schemas.microsoft.com/office/drawing/2014/main" id="{15690B59-04B9-70EF-6983-79ACC691276A}"/>
              </a:ext>
            </a:extLst>
          </p:cNvPr>
          <p:cNvSpPr/>
          <p:nvPr/>
        </p:nvSpPr>
        <p:spPr>
          <a:xfrm>
            <a:off x="5139024" y="2862072"/>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10" dirty="0">
                <a:solidFill>
                  <a:srgbClr val="009D9E">
                    <a:alpha val="100000"/>
                  </a:srgbClr>
                </a:solidFill>
                <a:latin typeface="Microsoft YaHei"/>
                <a:ea typeface="Microsoft YaHei"/>
                <a:cs typeface="Microsoft YaHei"/>
              </a:rPr>
              <a:t>Inspección Final del Producto</a:t>
            </a:r>
          </a:p>
          <a:p>
            <a:pPr marL="12700" algn="ctr" rtl="0" eaLnBrk="0">
              <a:lnSpc>
                <a:spcPts val="1426"/>
              </a:lnSpc>
              <a:tabLst/>
            </a:pPr>
            <a:r>
              <a:rPr lang="en-GB" sz="1100" dirty="0">
                <a:solidFill>
                  <a:schemeClr val="bg1"/>
                </a:solidFill>
                <a:latin typeface="Microsoft YaHei"/>
                <a:ea typeface="Microsoft YaHei"/>
                <a:cs typeface="Microsoft YaHei"/>
              </a:rPr>
              <a:t>Ensayos eléctricos y funcionales completos antes del envío.</a:t>
            </a:r>
            <a:endParaRPr sz="1100" dirty="0">
              <a:solidFill>
                <a:schemeClr val="bg1"/>
              </a:solidFill>
              <a:latin typeface="Microsoft YaHei"/>
              <a:ea typeface="Microsoft YaHei"/>
              <a:cs typeface="Microsoft YaHei"/>
            </a:endParaRPr>
          </a:p>
        </p:txBody>
      </p:sp>
      <p:sp>
        <p:nvSpPr>
          <p:cNvPr id="3" name="textbox 532">
            <a:extLst>
              <a:ext uri="{FF2B5EF4-FFF2-40B4-BE49-F238E27FC236}">
                <a16:creationId xmlns:a16="http://schemas.microsoft.com/office/drawing/2014/main" id="{5162B1C7-82E9-A68E-133E-F4937B9FEC8B}"/>
              </a:ext>
            </a:extLst>
          </p:cNvPr>
          <p:cNvSpPr/>
          <p:nvPr/>
        </p:nvSpPr>
        <p:spPr>
          <a:xfrm>
            <a:off x="7468091" y="2862072"/>
            <a:ext cx="2194560" cy="207009"/>
          </a:xfrm>
          <a:prstGeom prst="rect">
            <a:avLst/>
          </a:prstGeom>
          <a:noFill/>
          <a:ln w="0" cap="flat">
            <a:noFill/>
            <a:prstDash val="solid"/>
            <a:miter lim="0"/>
          </a:ln>
        </p:spPr>
        <p:txBody>
          <a:bodyPr vert="horz" wrap="square" lIns="0" tIns="0" rIns="0" bIns="0"/>
          <a:lstStyle/>
          <a:p>
            <a:pPr algn="ctr" rtl="0" eaLnBrk="0">
              <a:lnSpc>
                <a:spcPct val="83341"/>
              </a:lnSpc>
              <a:tabLst/>
            </a:pPr>
            <a:endParaRPr sz="100" dirty="0">
              <a:latin typeface="Arial"/>
              <a:ea typeface="Arial"/>
              <a:cs typeface="Arial"/>
            </a:endParaRPr>
          </a:p>
          <a:p>
            <a:pPr marL="12700" algn="ctr" rtl="0" eaLnBrk="0">
              <a:lnSpc>
                <a:spcPts val="1426"/>
              </a:lnSpc>
              <a:tabLst/>
            </a:pPr>
            <a:r>
              <a:rPr lang="en-US" sz="1100" kern="0" spc="-20" dirty="0">
                <a:solidFill>
                  <a:srgbClr val="009D9E">
                    <a:alpha val="100000"/>
                  </a:srgbClr>
                </a:solidFill>
                <a:latin typeface="Microsoft YaHei"/>
                <a:ea typeface="Microsoft YaHei"/>
                <a:cs typeface="Microsoft YaHei"/>
              </a:rPr>
              <a:t>Ensayo de Rendimiento de la Armadura</a:t>
            </a:r>
          </a:p>
          <a:p>
            <a:pPr marL="12700" algn="ctr" rtl="0" eaLnBrk="0">
              <a:lnSpc>
                <a:spcPts val="1426"/>
              </a:lnSpc>
              <a:tabLst/>
            </a:pPr>
            <a:r>
              <a:rPr lang="en-GB" sz="1100" dirty="0">
                <a:solidFill>
                  <a:schemeClr val="bg1"/>
                </a:solidFill>
                <a:latin typeface="Microsoft YaHei"/>
                <a:ea typeface="Microsoft YaHei"/>
                <a:cs typeface="Microsoft YaHei"/>
              </a:rPr>
              <a:t>Valida el equilibrado, la resistencia y el rendimiento de la armadura del motor.</a:t>
            </a:r>
            <a:endParaRPr sz="1100" dirty="0">
              <a:solidFill>
                <a:schemeClr val="bg1"/>
              </a:solidFill>
              <a:latin typeface="Microsoft YaHei"/>
              <a:ea typeface="Microsoft YaHei"/>
              <a:cs typeface="Microsoft YaHei"/>
            </a:endParaRPr>
          </a:p>
        </p:txBody>
      </p:sp>
      <p:sp>
        <p:nvSpPr>
          <p:cNvPr id="4" name="TextBox 3">
            <a:extLst>
              <a:ext uri="{FF2B5EF4-FFF2-40B4-BE49-F238E27FC236}">
                <a16:creationId xmlns:a16="http://schemas.microsoft.com/office/drawing/2014/main" id="{B193FCEE-9A30-EDC3-7AB5-F7B65CFB2855}"/>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 name="rect 550"/>
          <p:cNvSpPr/>
          <p:nvPr/>
        </p:nvSpPr>
        <p:spPr>
          <a:xfrm>
            <a:off x="0" y="0"/>
            <a:ext cx="12192000" cy="6858000"/>
          </a:xfrm>
          <a:prstGeom prst="rect">
            <a:avLst/>
          </a:prstGeom>
          <a:solidFill>
            <a:srgbClr val="000000">
              <a:alpha val="100000"/>
            </a:srgbClr>
          </a:solidFill>
          <a:ln w="0" cap="flat">
            <a:noFill/>
            <a:prstDash val="solid"/>
            <a:miter lim="0"/>
          </a:ln>
        </p:spPr>
        <p:txBody>
          <a:bodyPr rtlCol="0"/>
          <a:lstStyle/>
          <a:p>
            <a:pPr algn="ctr"/>
            <a:endParaRPr lang="zh-CN" altLang="en-US"/>
          </a:p>
        </p:txBody>
      </p:sp>
      <p:sp>
        <p:nvSpPr>
          <p:cNvPr id="558" name="textbox 558"/>
          <p:cNvSpPr/>
          <p:nvPr/>
        </p:nvSpPr>
        <p:spPr>
          <a:xfrm>
            <a:off x="1155146" y="1071528"/>
            <a:ext cx="8783955" cy="601344"/>
          </a:xfrm>
          <a:prstGeom prst="rect">
            <a:avLst/>
          </a:prstGeom>
          <a:noFill/>
          <a:ln w="0" cap="flat">
            <a:noFill/>
            <a:prstDash val="solid"/>
            <a:miter lim="0"/>
          </a:ln>
        </p:spPr>
        <p:txBody>
          <a:bodyPr vert="horz" wrap="square" lIns="0" tIns="0" rIns="0" bIns="0"/>
          <a:lstStyle/>
          <a:p>
            <a:pPr algn="l" rtl="0" eaLnBrk="0">
              <a:tabLst/>
            </a:pPr>
            <a:r>
              <a:rPr lang="en-GB" sz="1700" dirty="0">
                <a:solidFill>
                  <a:schemeClr val="bg1"/>
                </a:solidFill>
                <a:latin typeface="Microsoft YaHei"/>
                <a:ea typeface="Microsoft YaHei"/>
                <a:cs typeface="Microsoft YaHei"/>
              </a:rPr>
              <a:t>Certificaciones reconocidas internacionalmente —incluidas CE, FCC, ETL y auditorías de TÜV SÜD, SGS, Intertek y CQC— garantizan el pleno cumplimiento de los requisitos globales de calidad y seguridad.</a:t>
            </a:r>
          </a:p>
        </p:txBody>
      </p:sp>
      <p:sp>
        <p:nvSpPr>
          <p:cNvPr id="560" name="textbox 560"/>
          <p:cNvSpPr/>
          <p:nvPr/>
        </p:nvSpPr>
        <p:spPr>
          <a:xfrm>
            <a:off x="-12700" y="270764"/>
            <a:ext cx="8888474" cy="592455"/>
          </a:xfrm>
          <a:prstGeom prst="rect">
            <a:avLst/>
          </a:prstGeom>
          <a:noFill/>
          <a:ln w="0" cap="flat">
            <a:noFill/>
            <a:prstDash val="solid"/>
            <a:miter lim="0"/>
          </a:ln>
        </p:spPr>
        <p:txBody>
          <a:bodyPr vert="horz" wrap="square" lIns="0" tIns="0" rIns="0" bIns="0"/>
          <a:lstStyle/>
          <a:p>
            <a:pPr algn="l" rtl="0" eaLnBrk="0">
              <a:lnSpc>
                <a:spcPct val="139000"/>
              </a:lnSpc>
              <a:tabLst/>
            </a:pPr>
            <a:endParaRPr sz="200" dirty="0">
              <a:latin typeface="Arial"/>
              <a:ea typeface="Arial"/>
              <a:cs typeface="Arial"/>
            </a:endParaRPr>
          </a:p>
          <a:p>
            <a:pPr marL="617219" algn="l" rtl="0" eaLnBrk="0">
              <a:lnSpc>
                <a:spcPts val="4227"/>
              </a:lnSpc>
              <a:spcBef>
                <a:spcPts val="1"/>
              </a:spcBef>
              <a:tabLst>
                <a:tab pos="900430" algn="l"/>
              </a:tabLst>
            </a:pPr>
            <a:r>
              <a:rPr sz="3200" b="1" kern="0" spc="0" dirty="0">
                <a:solidFill>
                  <a:srgbClr val="FFFFFF">
                    <a:alpha val="100000"/>
                  </a:srgbClr>
                </a:solidFill>
                <a:latin typeface="Microsoft YaHei"/>
                <a:ea typeface="Microsoft YaHei"/>
                <a:cs typeface="Microsoft YaHei"/>
              </a:rPr>
              <a:t>Propiedad Industrial y Cumplimiento Internacional</a:t>
            </a:r>
            <a:r>
              <a:rPr lang="en-US" sz="3200" b="1" kern="0" spc="-40" dirty="0">
                <a:solidFill>
                  <a:srgbClr val="FFFFFF">
                    <a:alpha val="100000"/>
                  </a:srgbClr>
                </a:solidFill>
                <a:latin typeface="Microsoft YaHei"/>
                <a:ea typeface="Microsoft YaHei"/>
                <a:cs typeface="Microsoft YaHei"/>
              </a:rPr>
              <a:t/>
            </a:r>
            <a:endParaRPr sz="3200" dirty="0">
              <a:latin typeface="Microsoft YaHei"/>
              <a:ea typeface="Microsoft YaHei"/>
              <a:cs typeface="Microsoft YaHei"/>
            </a:endParaRPr>
          </a:p>
        </p:txBody>
      </p:sp>
      <p:sp>
        <p:nvSpPr>
          <p:cNvPr id="562" name="path 562"/>
          <p:cNvSpPr/>
          <p:nvPr/>
        </p:nvSpPr>
        <p:spPr>
          <a:xfrm>
            <a:off x="0" y="283464"/>
            <a:ext cx="604900" cy="542163"/>
          </a:xfrm>
          <a:custGeom>
            <a:avLst/>
            <a:gdLst/>
            <a:ahLst/>
            <a:cxnLst/>
            <a:rect l="0" t="0" r="0" b="0"/>
            <a:pathLst>
              <a:path w="952" h="853">
                <a:moveTo>
                  <a:pt x="952" y="0"/>
                </a:moveTo>
                <a:lnTo>
                  <a:pt x="0" y="0"/>
                </a:lnTo>
                <a:lnTo>
                  <a:pt x="0" y="853"/>
                </a:lnTo>
                <a:lnTo>
                  <a:pt x="739" y="853"/>
                </a:lnTo>
                <a:lnTo>
                  <a:pt x="952" y="0"/>
                </a:lnTo>
              </a:path>
            </a:pathLst>
          </a:custGeom>
          <a:solidFill>
            <a:srgbClr val="009D9E">
              <a:alpha val="100000"/>
            </a:srgbClr>
          </a:solidFill>
          <a:ln w="0" cap="flat">
            <a:noFill/>
            <a:prstDash val="solid"/>
            <a:miter lim="0"/>
          </a:ln>
        </p:spPr>
        <p:txBody>
          <a:bodyPr rtlCol="0"/>
          <a:lstStyle/>
          <a:p>
            <a:pPr algn="ctr"/>
            <a:endParaRPr lang="zh-CN" altLang="en-US"/>
          </a:p>
        </p:txBody>
      </p:sp>
      <p:pic>
        <p:nvPicPr>
          <p:cNvPr id="564" name="picture 564"/>
          <p:cNvPicPr>
            <a:picLocks noChangeAspect="1"/>
          </p:cNvPicPr>
          <p:nvPr/>
        </p:nvPicPr>
        <p:blipFill>
          <a:blip r:embed="rId2"/>
          <a:stretch>
            <a:fillRect/>
          </a:stretch>
        </p:blipFill>
        <p:spPr>
          <a:xfrm rot="21600000">
            <a:off x="2789716" y="5532050"/>
            <a:ext cx="2741676" cy="947927"/>
          </a:xfrm>
          <a:prstGeom prst="rect">
            <a:avLst/>
          </a:prstGeom>
        </p:spPr>
      </p:pic>
      <p:pic>
        <p:nvPicPr>
          <p:cNvPr id="568" name="picture 568"/>
          <p:cNvPicPr>
            <a:picLocks noChangeAspect="1"/>
          </p:cNvPicPr>
          <p:nvPr/>
        </p:nvPicPr>
        <p:blipFill>
          <a:blip r:embed="rId3"/>
          <a:stretch>
            <a:fillRect/>
          </a:stretch>
        </p:blipFill>
        <p:spPr>
          <a:xfrm rot="21600000">
            <a:off x="9799319" y="288035"/>
            <a:ext cx="1552956" cy="336804"/>
          </a:xfrm>
          <a:prstGeom prst="rect">
            <a:avLst/>
          </a:prstGeom>
        </p:spPr>
      </p:pic>
      <p:pic>
        <p:nvPicPr>
          <p:cNvPr id="570" name="picture 570"/>
          <p:cNvPicPr>
            <a:picLocks noChangeAspect="1"/>
          </p:cNvPicPr>
          <p:nvPr/>
        </p:nvPicPr>
        <p:blipFill>
          <a:blip r:embed="rId4"/>
          <a:stretch>
            <a:fillRect/>
          </a:stretch>
        </p:blipFill>
        <p:spPr>
          <a:xfrm rot="21600000">
            <a:off x="10947621" y="705681"/>
            <a:ext cx="598931" cy="432816"/>
          </a:xfrm>
          <a:prstGeom prst="rect">
            <a:avLst/>
          </a:prstGeom>
        </p:spPr>
      </p:pic>
      <p:pic>
        <p:nvPicPr>
          <p:cNvPr id="572" name="picture 572"/>
          <p:cNvPicPr>
            <a:picLocks noChangeAspect="1"/>
          </p:cNvPicPr>
          <p:nvPr/>
        </p:nvPicPr>
        <p:blipFill>
          <a:blip r:embed="rId5"/>
          <a:stretch>
            <a:fillRect/>
          </a:stretch>
        </p:blipFill>
        <p:spPr>
          <a:xfrm rot="21600000">
            <a:off x="11449811" y="187452"/>
            <a:ext cx="489204" cy="499871"/>
          </a:xfrm>
          <a:prstGeom prst="rect">
            <a:avLst/>
          </a:prstGeom>
        </p:spPr>
      </p:pic>
      <p:pic>
        <p:nvPicPr>
          <p:cNvPr id="574" name="picture 574"/>
          <p:cNvPicPr>
            <a:picLocks noChangeAspect="1"/>
          </p:cNvPicPr>
          <p:nvPr/>
        </p:nvPicPr>
        <p:blipFill>
          <a:blip r:embed="rId6"/>
          <a:stretch>
            <a:fillRect/>
          </a:stretch>
        </p:blipFill>
        <p:spPr>
          <a:xfrm rot="21600000">
            <a:off x="10277062" y="713300"/>
            <a:ext cx="533400" cy="432816"/>
          </a:xfrm>
          <a:prstGeom prst="rect">
            <a:avLst/>
          </a:prstGeom>
        </p:spPr>
      </p:pic>
      <p:pic>
        <p:nvPicPr>
          <p:cNvPr id="3" name="Picture 2">
            <a:extLst>
              <a:ext uri="{FF2B5EF4-FFF2-40B4-BE49-F238E27FC236}">
                <a16:creationId xmlns:a16="http://schemas.microsoft.com/office/drawing/2014/main" id="{ED53F6C4-9761-C929-4E68-8B0F21DF7CC4}"/>
              </a:ext>
            </a:extLst>
          </p:cNvPr>
          <p:cNvPicPr>
            <a:picLocks noChangeAspect="1"/>
          </p:cNvPicPr>
          <p:nvPr/>
        </p:nvPicPr>
        <p:blipFill>
          <a:blip r:embed="rId7"/>
          <a:stretch>
            <a:fillRect/>
          </a:stretch>
        </p:blipFill>
        <p:spPr>
          <a:xfrm>
            <a:off x="7611763" y="1722567"/>
            <a:ext cx="2832614" cy="4552496"/>
          </a:xfrm>
          <a:prstGeom prst="rect">
            <a:avLst/>
          </a:prstGeom>
        </p:spPr>
      </p:pic>
      <p:pic>
        <p:nvPicPr>
          <p:cNvPr id="5" name="Picture 4" descr="The image displays a wall with several certification certificates and labels, including ISO certifications, material safety data sheets, and various test reports, all related to a company named AMT Der CUROPAISCHEN UNION FOR EINTRAGUNGSURKUNDE, ATS Electronic Technology Co., Ltd.&#10;&#10;AI-generated content may be incorrect.">
            <a:extLst>
              <a:ext uri="{FF2B5EF4-FFF2-40B4-BE49-F238E27FC236}">
                <a16:creationId xmlns:a16="http://schemas.microsoft.com/office/drawing/2014/main" id="{D5E8DBF1-C417-25C4-089F-712FE7D248D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94666" y="2119560"/>
            <a:ext cx="5126623" cy="3286692"/>
          </a:xfrm>
          <a:prstGeom prst="rect">
            <a:avLst/>
          </a:prstGeom>
        </p:spPr>
      </p:pic>
      <p:sp>
        <p:nvSpPr>
          <p:cNvPr id="6" name="TextBox 5">
            <a:extLst>
              <a:ext uri="{FF2B5EF4-FFF2-40B4-BE49-F238E27FC236}">
                <a16:creationId xmlns:a16="http://schemas.microsoft.com/office/drawing/2014/main" id="{6B1A00D5-6D07-3EA5-34BA-CCAB1E8EC1C1}"/>
              </a:ext>
            </a:extLst>
          </p:cNvPr>
          <p:cNvSpPr txBox="1"/>
          <p:nvPr/>
        </p:nvSpPr>
        <p:spPr>
          <a:xfrm>
            <a:off x="7910995" y="6478729"/>
            <a:ext cx="4283766" cy="369332"/>
          </a:xfrm>
          <a:prstGeom prst="rect">
            <a:avLst/>
          </a:prstGeom>
          <a:noFill/>
        </p:spPr>
        <p:txBody>
          <a:bodyPr wrap="square" rtlCol="0">
            <a:spAutoFit/>
          </a:bodyPr>
          <a:lstStyle/>
          <a:p>
            <a:r>
              <a:rPr lang="en-GB" b="1" dirty="0">
                <a:solidFill>
                  <a:srgbClr val="009D9E"/>
                </a:solidFill>
              </a:rPr>
              <a:t>Impulsando el Futuro de la Robótica para Piscinas</a:t>
            </a:r>
            <a:endParaRPr lang="en-US" b="1" dirty="0">
              <a:solidFill>
                <a:srgbClr val="009D9E"/>
              </a:solidFil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
        <a:ea typeface=""/>
        <a:cs typeface=""/>
      </a:majorFont>
      <a:minorFont>
        <a:latin typeface=""/>
        <a:ea typeface=""/>
        <a:cs typeface=""/>
      </a:minorFont>
    </a:fontScheme>
    <a:fmtScheme name="Office">
      <a:fillStyleLst>
        <a:solidFill>
          <a:schemeClr val="phClr"/>
        </a:solidFill>
        <a:gradFill rotWithShape="1">
          <a:gsLst>
            <a:gs pos="0">
              <a:schemeClr val="phClr">
                <a:satMod val="110000"/>
                <a:lumMod val="105000"/>
                <a:tint val="67000"/>
              </a:schemeClr>
            </a:gs>
            <a:gs pos="50000">
              <a:schemeClr val="phClr">
                <a:lumMod val="105000"/>
                <a:satMod val="103000"/>
                <a:tint val="73000"/>
              </a:schemeClr>
            </a:gs>
            <a:gs pos="100000">
              <a:schemeClr val="phClr">
                <a:satMod val="105000"/>
                <a:lumMod val="109000"/>
                <a:tint val="81000"/>
              </a:schemeClr>
            </a:gs>
          </a:gsLst>
          <a:lin ang="5400000" scaled="0"/>
        </a:gradFill>
        <a:gradFill rotWithShape="1">
          <a:gsLst>
            <a:gs pos="0">
              <a:schemeClr val="phClr">
                <a:satMod val="103000"/>
                <a:lumMod val="102000"/>
                <a:shade val="94000"/>
              </a:schemeClr>
            </a:gs>
            <a:gs pos="50000">
              <a:schemeClr val="phClr">
                <a:lumMod val="110000"/>
                <a:satMod val="100000"/>
                <a:tint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435</TotalTime>
  <Words>2230</Words>
  <Application>Microsoft Office PowerPoint</Application>
  <PresentationFormat>Widescreen</PresentationFormat>
  <Paragraphs>393</Paragraphs>
  <Slides>22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Microsoft YaHei</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Jorge Eduardo Montoya Hernández</dc:creator>
  <cp:lastModifiedBy>Jorge Eduardo Montoya Hernández</cp:lastModifiedBy>
  <cp:revision>1</cp:revision>
  <dcterms:created xsi:type="dcterms:W3CDTF">2026-06-15T12:54:20Z</dcterms:created>
  <dcterms:modified xsi:type="dcterms:W3CDTF">2026-06-24T06:56:27Z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O">
    <vt:lpwstr>wqlLaW5nc29mdCBQREYgdG8gV1BTIDEyMA</vt:lpwstr>
  </property>
  <property fmtid="{D5CDD505-2E9C-101B-9397-08002B2CF9AE}" pid="3" name="Created">
    <vt:filetime>2026-06-15T13:42:52Z</vt:filetime>
  </property>
</Properties>
</file>